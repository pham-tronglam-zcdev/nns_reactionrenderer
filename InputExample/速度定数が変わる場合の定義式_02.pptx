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57" r:id="rId6"/>
    <p:sldId id="258" r:id="rId7"/>
    <p:sldId id="259" r:id="rId8"/>
    <p:sldId id="260" r:id="rId9"/>
    <p:sldId id="261" r:id="rId10"/>
    <p:sldId id="267" r:id="rId11"/>
    <p:sldId id="262" r:id="rId12"/>
    <p:sldId id="263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64C210-985B-494E-A044-353B2C6F310F}" v="1" dt="2026-05-13T02:57:41.3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25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佐藤隆" userId="19558393011_tp_box_2" providerId="OAuth2" clId="{013018E2-DDC3-4371-B2A7-EAC769B9574A}"/>
    <pc:docChg chg="modSld">
      <pc:chgData name="佐藤隆" userId="19558393011_tp_box_2" providerId="OAuth2" clId="{013018E2-DDC3-4371-B2A7-EAC769B9574A}" dt="2026-05-13T03:03:02.052" v="35" actId="1076"/>
      <pc:docMkLst>
        <pc:docMk/>
      </pc:docMkLst>
      <pc:sldChg chg="addSp modSp mod">
        <pc:chgData name="佐藤隆" userId="19558393011_tp_box_2" providerId="OAuth2" clId="{013018E2-DDC3-4371-B2A7-EAC769B9574A}" dt="2026-05-13T03:03:02.052" v="35" actId="1076"/>
        <pc:sldMkLst>
          <pc:docMk/>
          <pc:sldMk cId="4168428795" sldId="267"/>
        </pc:sldMkLst>
        <pc:spChg chg="add mod">
          <ac:chgData name="佐藤隆" userId="19558393011_tp_box_2" providerId="OAuth2" clId="{013018E2-DDC3-4371-B2A7-EAC769B9574A}" dt="2026-05-13T02:58:05.301" v="30" actId="1076"/>
          <ac:spMkLst>
            <pc:docMk/>
            <pc:sldMk cId="4168428795" sldId="267"/>
            <ac:spMk id="5" creationId="{4D2A32FF-140D-C955-6C3D-32D077B001A5}"/>
          </ac:spMkLst>
        </pc:spChg>
        <pc:spChg chg="mod">
          <ac:chgData name="佐藤隆" userId="19558393011_tp_box_2" providerId="OAuth2" clId="{013018E2-DDC3-4371-B2A7-EAC769B9574A}" dt="2026-05-13T03:00:27.580" v="34" actId="1076"/>
          <ac:spMkLst>
            <pc:docMk/>
            <pc:sldMk cId="4168428795" sldId="267"/>
            <ac:spMk id="17" creationId="{88E1FA36-3C2D-0383-B527-DD1148B61800}"/>
          </ac:spMkLst>
        </pc:spChg>
        <pc:spChg chg="mod">
          <ac:chgData name="佐藤隆" userId="19558393011_tp_box_2" providerId="OAuth2" clId="{013018E2-DDC3-4371-B2A7-EAC769B9574A}" dt="2026-05-13T03:03:02.052" v="35" actId="1076"/>
          <ac:spMkLst>
            <pc:docMk/>
            <pc:sldMk cId="4168428795" sldId="267"/>
            <ac:spMk id="18" creationId="{6182D972-5D30-9F53-72A8-D68734571FAE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wsl.localhost\Ubuntu-22.04\home\takashi\2026_ubuntu\2026_test\inp_bind_001_k_change_11_k_all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wsl.localhost\Ubuntu-22.04\home\takashi\2026_ubuntu\2026_test\inp_bind_001_k_change_11_k_all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\\wsl.localhost\Ubuntu-22.04\home\takashi\2026_ubuntu\2026_test\inp_bind_001_k_change_11_k_all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\\wsl.localhost\Ubuntu-22.04\home\takashi\2026_ubuntu\2026_test\inp_bind_001_k_change_11_k_all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\\wsl.localhost\Ubuntu-22.04\home\takashi\2026_ubuntu\2026_test\inp_bind_001_k_change_12_2026-5-11%2013-12-36\inp_bind_001_k_change_12_k_all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inp_bind_001_k_change_11_k_all!$B$1</c:f>
              <c:strCache>
                <c:ptCount val="1"/>
                <c:pt idx="0">
                  <c:v>k_rA_110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inp_bind_001_k_change_11_k_all!$A$2:$A$302</c:f>
              <c:numCache>
                <c:formatCode>General</c:formatCode>
                <c:ptCount val="301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  <c:pt idx="101">
                  <c:v>10100</c:v>
                </c:pt>
                <c:pt idx="102">
                  <c:v>10200</c:v>
                </c:pt>
                <c:pt idx="103">
                  <c:v>10300</c:v>
                </c:pt>
                <c:pt idx="104">
                  <c:v>10400</c:v>
                </c:pt>
                <c:pt idx="105">
                  <c:v>10500</c:v>
                </c:pt>
                <c:pt idx="106">
                  <c:v>10600</c:v>
                </c:pt>
                <c:pt idx="107">
                  <c:v>10700</c:v>
                </c:pt>
                <c:pt idx="108">
                  <c:v>10800</c:v>
                </c:pt>
                <c:pt idx="109">
                  <c:v>10900</c:v>
                </c:pt>
                <c:pt idx="110">
                  <c:v>11000</c:v>
                </c:pt>
                <c:pt idx="111">
                  <c:v>11100</c:v>
                </c:pt>
                <c:pt idx="112">
                  <c:v>11200</c:v>
                </c:pt>
                <c:pt idx="113">
                  <c:v>11300</c:v>
                </c:pt>
                <c:pt idx="114">
                  <c:v>11400</c:v>
                </c:pt>
                <c:pt idx="115">
                  <c:v>11500</c:v>
                </c:pt>
                <c:pt idx="116">
                  <c:v>11600</c:v>
                </c:pt>
                <c:pt idx="117">
                  <c:v>11700</c:v>
                </c:pt>
                <c:pt idx="118">
                  <c:v>11800</c:v>
                </c:pt>
                <c:pt idx="119">
                  <c:v>11900</c:v>
                </c:pt>
                <c:pt idx="120">
                  <c:v>12000</c:v>
                </c:pt>
                <c:pt idx="121">
                  <c:v>12100</c:v>
                </c:pt>
                <c:pt idx="122">
                  <c:v>12200</c:v>
                </c:pt>
                <c:pt idx="123">
                  <c:v>12300</c:v>
                </c:pt>
                <c:pt idx="124">
                  <c:v>12400</c:v>
                </c:pt>
                <c:pt idx="125">
                  <c:v>12500</c:v>
                </c:pt>
                <c:pt idx="126">
                  <c:v>12600</c:v>
                </c:pt>
                <c:pt idx="127">
                  <c:v>12700</c:v>
                </c:pt>
                <c:pt idx="128">
                  <c:v>12800</c:v>
                </c:pt>
                <c:pt idx="129">
                  <c:v>12900</c:v>
                </c:pt>
                <c:pt idx="130">
                  <c:v>13000</c:v>
                </c:pt>
                <c:pt idx="131">
                  <c:v>13100</c:v>
                </c:pt>
                <c:pt idx="132">
                  <c:v>13200</c:v>
                </c:pt>
                <c:pt idx="133">
                  <c:v>13300</c:v>
                </c:pt>
                <c:pt idx="134">
                  <c:v>13400</c:v>
                </c:pt>
                <c:pt idx="135">
                  <c:v>13500</c:v>
                </c:pt>
                <c:pt idx="136">
                  <c:v>13600</c:v>
                </c:pt>
                <c:pt idx="137">
                  <c:v>13700</c:v>
                </c:pt>
                <c:pt idx="138">
                  <c:v>13800</c:v>
                </c:pt>
                <c:pt idx="139">
                  <c:v>13900</c:v>
                </c:pt>
                <c:pt idx="140">
                  <c:v>14000</c:v>
                </c:pt>
                <c:pt idx="141">
                  <c:v>14100</c:v>
                </c:pt>
                <c:pt idx="142">
                  <c:v>14200</c:v>
                </c:pt>
                <c:pt idx="143">
                  <c:v>14300</c:v>
                </c:pt>
                <c:pt idx="144">
                  <c:v>14400</c:v>
                </c:pt>
                <c:pt idx="145">
                  <c:v>14500</c:v>
                </c:pt>
                <c:pt idx="146">
                  <c:v>14600</c:v>
                </c:pt>
                <c:pt idx="147">
                  <c:v>14700</c:v>
                </c:pt>
                <c:pt idx="148">
                  <c:v>14800</c:v>
                </c:pt>
                <c:pt idx="149">
                  <c:v>14900</c:v>
                </c:pt>
                <c:pt idx="150">
                  <c:v>15000</c:v>
                </c:pt>
                <c:pt idx="151">
                  <c:v>15100</c:v>
                </c:pt>
                <c:pt idx="152">
                  <c:v>15200</c:v>
                </c:pt>
                <c:pt idx="153">
                  <c:v>15300</c:v>
                </c:pt>
                <c:pt idx="154">
                  <c:v>15400</c:v>
                </c:pt>
                <c:pt idx="155">
                  <c:v>15500</c:v>
                </c:pt>
                <c:pt idx="156">
                  <c:v>15600</c:v>
                </c:pt>
                <c:pt idx="157">
                  <c:v>15700</c:v>
                </c:pt>
                <c:pt idx="158">
                  <c:v>15800</c:v>
                </c:pt>
                <c:pt idx="159">
                  <c:v>15900</c:v>
                </c:pt>
                <c:pt idx="160">
                  <c:v>16000</c:v>
                </c:pt>
                <c:pt idx="161">
                  <c:v>16100</c:v>
                </c:pt>
                <c:pt idx="162">
                  <c:v>16200</c:v>
                </c:pt>
                <c:pt idx="163">
                  <c:v>16300</c:v>
                </c:pt>
                <c:pt idx="164">
                  <c:v>16400</c:v>
                </c:pt>
                <c:pt idx="165">
                  <c:v>16500</c:v>
                </c:pt>
                <c:pt idx="166">
                  <c:v>16600</c:v>
                </c:pt>
                <c:pt idx="167">
                  <c:v>16700</c:v>
                </c:pt>
                <c:pt idx="168">
                  <c:v>16800</c:v>
                </c:pt>
                <c:pt idx="169">
                  <c:v>16900</c:v>
                </c:pt>
                <c:pt idx="170">
                  <c:v>17000</c:v>
                </c:pt>
                <c:pt idx="171">
                  <c:v>17100</c:v>
                </c:pt>
                <c:pt idx="172">
                  <c:v>17200</c:v>
                </c:pt>
                <c:pt idx="173">
                  <c:v>17300</c:v>
                </c:pt>
                <c:pt idx="174">
                  <c:v>17400</c:v>
                </c:pt>
                <c:pt idx="175">
                  <c:v>17500</c:v>
                </c:pt>
                <c:pt idx="176">
                  <c:v>17600</c:v>
                </c:pt>
                <c:pt idx="177">
                  <c:v>17700</c:v>
                </c:pt>
                <c:pt idx="178">
                  <c:v>17800</c:v>
                </c:pt>
                <c:pt idx="179">
                  <c:v>17900</c:v>
                </c:pt>
                <c:pt idx="180">
                  <c:v>18000</c:v>
                </c:pt>
                <c:pt idx="181">
                  <c:v>18100</c:v>
                </c:pt>
                <c:pt idx="182">
                  <c:v>18200</c:v>
                </c:pt>
                <c:pt idx="183">
                  <c:v>18300</c:v>
                </c:pt>
                <c:pt idx="184">
                  <c:v>18400</c:v>
                </c:pt>
                <c:pt idx="185">
                  <c:v>18500</c:v>
                </c:pt>
                <c:pt idx="186">
                  <c:v>18600</c:v>
                </c:pt>
                <c:pt idx="187">
                  <c:v>18700</c:v>
                </c:pt>
                <c:pt idx="188">
                  <c:v>18800</c:v>
                </c:pt>
                <c:pt idx="189">
                  <c:v>18900</c:v>
                </c:pt>
                <c:pt idx="190">
                  <c:v>19000</c:v>
                </c:pt>
                <c:pt idx="191">
                  <c:v>19100</c:v>
                </c:pt>
                <c:pt idx="192">
                  <c:v>19200</c:v>
                </c:pt>
                <c:pt idx="193">
                  <c:v>19300</c:v>
                </c:pt>
                <c:pt idx="194">
                  <c:v>19400</c:v>
                </c:pt>
                <c:pt idx="195">
                  <c:v>19500</c:v>
                </c:pt>
                <c:pt idx="196">
                  <c:v>19600</c:v>
                </c:pt>
                <c:pt idx="197">
                  <c:v>19700</c:v>
                </c:pt>
                <c:pt idx="198">
                  <c:v>19800</c:v>
                </c:pt>
                <c:pt idx="199">
                  <c:v>19900</c:v>
                </c:pt>
                <c:pt idx="200">
                  <c:v>20000</c:v>
                </c:pt>
                <c:pt idx="201">
                  <c:v>20100</c:v>
                </c:pt>
                <c:pt idx="202">
                  <c:v>20200</c:v>
                </c:pt>
                <c:pt idx="203">
                  <c:v>20300</c:v>
                </c:pt>
                <c:pt idx="204">
                  <c:v>20400</c:v>
                </c:pt>
                <c:pt idx="205">
                  <c:v>20500</c:v>
                </c:pt>
                <c:pt idx="206">
                  <c:v>20600</c:v>
                </c:pt>
                <c:pt idx="207">
                  <c:v>20700</c:v>
                </c:pt>
                <c:pt idx="208">
                  <c:v>20800</c:v>
                </c:pt>
                <c:pt idx="209">
                  <c:v>20900</c:v>
                </c:pt>
                <c:pt idx="210">
                  <c:v>21000</c:v>
                </c:pt>
                <c:pt idx="211">
                  <c:v>21100</c:v>
                </c:pt>
                <c:pt idx="212">
                  <c:v>21200</c:v>
                </c:pt>
                <c:pt idx="213">
                  <c:v>21300</c:v>
                </c:pt>
                <c:pt idx="214">
                  <c:v>21400</c:v>
                </c:pt>
                <c:pt idx="215">
                  <c:v>21500</c:v>
                </c:pt>
                <c:pt idx="216">
                  <c:v>21600</c:v>
                </c:pt>
                <c:pt idx="217">
                  <c:v>21700</c:v>
                </c:pt>
                <c:pt idx="218">
                  <c:v>21800</c:v>
                </c:pt>
                <c:pt idx="219">
                  <c:v>21900</c:v>
                </c:pt>
                <c:pt idx="220">
                  <c:v>22000</c:v>
                </c:pt>
                <c:pt idx="221">
                  <c:v>22100</c:v>
                </c:pt>
                <c:pt idx="222">
                  <c:v>22200</c:v>
                </c:pt>
                <c:pt idx="223">
                  <c:v>22300</c:v>
                </c:pt>
                <c:pt idx="224">
                  <c:v>22400</c:v>
                </c:pt>
                <c:pt idx="225">
                  <c:v>22500</c:v>
                </c:pt>
                <c:pt idx="226">
                  <c:v>22600</c:v>
                </c:pt>
                <c:pt idx="227">
                  <c:v>22700</c:v>
                </c:pt>
                <c:pt idx="228">
                  <c:v>22800</c:v>
                </c:pt>
                <c:pt idx="229">
                  <c:v>22900</c:v>
                </c:pt>
                <c:pt idx="230">
                  <c:v>23000</c:v>
                </c:pt>
                <c:pt idx="231">
                  <c:v>23100</c:v>
                </c:pt>
                <c:pt idx="232">
                  <c:v>23200</c:v>
                </c:pt>
                <c:pt idx="233">
                  <c:v>23300</c:v>
                </c:pt>
                <c:pt idx="234">
                  <c:v>23400</c:v>
                </c:pt>
                <c:pt idx="235">
                  <c:v>23500</c:v>
                </c:pt>
                <c:pt idx="236">
                  <c:v>23600</c:v>
                </c:pt>
                <c:pt idx="237">
                  <c:v>23700</c:v>
                </c:pt>
                <c:pt idx="238">
                  <c:v>23800</c:v>
                </c:pt>
                <c:pt idx="239">
                  <c:v>23900</c:v>
                </c:pt>
                <c:pt idx="240">
                  <c:v>24000</c:v>
                </c:pt>
                <c:pt idx="241">
                  <c:v>24100</c:v>
                </c:pt>
                <c:pt idx="242">
                  <c:v>24200</c:v>
                </c:pt>
                <c:pt idx="243">
                  <c:v>24300</c:v>
                </c:pt>
                <c:pt idx="244">
                  <c:v>24400</c:v>
                </c:pt>
                <c:pt idx="245">
                  <c:v>24500</c:v>
                </c:pt>
                <c:pt idx="246">
                  <c:v>24600</c:v>
                </c:pt>
                <c:pt idx="247">
                  <c:v>24700</c:v>
                </c:pt>
                <c:pt idx="248">
                  <c:v>24800</c:v>
                </c:pt>
                <c:pt idx="249">
                  <c:v>24900</c:v>
                </c:pt>
                <c:pt idx="250">
                  <c:v>25000</c:v>
                </c:pt>
                <c:pt idx="251">
                  <c:v>25100</c:v>
                </c:pt>
                <c:pt idx="252">
                  <c:v>25200</c:v>
                </c:pt>
                <c:pt idx="253">
                  <c:v>25300</c:v>
                </c:pt>
                <c:pt idx="254">
                  <c:v>25400</c:v>
                </c:pt>
                <c:pt idx="255">
                  <c:v>25500</c:v>
                </c:pt>
                <c:pt idx="256">
                  <c:v>25600</c:v>
                </c:pt>
                <c:pt idx="257">
                  <c:v>25700</c:v>
                </c:pt>
                <c:pt idx="258">
                  <c:v>25800</c:v>
                </c:pt>
                <c:pt idx="259">
                  <c:v>25900</c:v>
                </c:pt>
                <c:pt idx="260">
                  <c:v>26000</c:v>
                </c:pt>
                <c:pt idx="261">
                  <c:v>26100</c:v>
                </c:pt>
                <c:pt idx="262">
                  <c:v>26200</c:v>
                </c:pt>
                <c:pt idx="263">
                  <c:v>26300</c:v>
                </c:pt>
                <c:pt idx="264">
                  <c:v>26400</c:v>
                </c:pt>
                <c:pt idx="265">
                  <c:v>26500</c:v>
                </c:pt>
                <c:pt idx="266">
                  <c:v>26600</c:v>
                </c:pt>
                <c:pt idx="267">
                  <c:v>26700</c:v>
                </c:pt>
                <c:pt idx="268">
                  <c:v>26800</c:v>
                </c:pt>
                <c:pt idx="269">
                  <c:v>26900</c:v>
                </c:pt>
                <c:pt idx="270">
                  <c:v>27000</c:v>
                </c:pt>
                <c:pt idx="271">
                  <c:v>27100</c:v>
                </c:pt>
                <c:pt idx="272">
                  <c:v>27200</c:v>
                </c:pt>
                <c:pt idx="273">
                  <c:v>27300</c:v>
                </c:pt>
                <c:pt idx="274">
                  <c:v>27400</c:v>
                </c:pt>
                <c:pt idx="275">
                  <c:v>27500</c:v>
                </c:pt>
                <c:pt idx="276">
                  <c:v>27600</c:v>
                </c:pt>
                <c:pt idx="277">
                  <c:v>27700</c:v>
                </c:pt>
                <c:pt idx="278">
                  <c:v>27800</c:v>
                </c:pt>
                <c:pt idx="279">
                  <c:v>27900</c:v>
                </c:pt>
                <c:pt idx="280">
                  <c:v>28000</c:v>
                </c:pt>
                <c:pt idx="281">
                  <c:v>28100</c:v>
                </c:pt>
                <c:pt idx="282">
                  <c:v>28200</c:v>
                </c:pt>
                <c:pt idx="283">
                  <c:v>28300</c:v>
                </c:pt>
                <c:pt idx="284">
                  <c:v>28400</c:v>
                </c:pt>
                <c:pt idx="285">
                  <c:v>28500</c:v>
                </c:pt>
                <c:pt idx="286">
                  <c:v>28600</c:v>
                </c:pt>
                <c:pt idx="287">
                  <c:v>28700</c:v>
                </c:pt>
                <c:pt idx="288">
                  <c:v>28800</c:v>
                </c:pt>
                <c:pt idx="289">
                  <c:v>28900</c:v>
                </c:pt>
                <c:pt idx="290">
                  <c:v>29000</c:v>
                </c:pt>
                <c:pt idx="291">
                  <c:v>29100</c:v>
                </c:pt>
                <c:pt idx="292">
                  <c:v>29200</c:v>
                </c:pt>
                <c:pt idx="293">
                  <c:v>29300</c:v>
                </c:pt>
                <c:pt idx="294">
                  <c:v>29400</c:v>
                </c:pt>
                <c:pt idx="295">
                  <c:v>29500</c:v>
                </c:pt>
                <c:pt idx="296">
                  <c:v>29600</c:v>
                </c:pt>
                <c:pt idx="297">
                  <c:v>29700</c:v>
                </c:pt>
                <c:pt idx="298">
                  <c:v>29800</c:v>
                </c:pt>
                <c:pt idx="299">
                  <c:v>29900</c:v>
                </c:pt>
                <c:pt idx="300">
                  <c:v>30000</c:v>
                </c:pt>
              </c:numCache>
            </c:numRef>
          </c:xVal>
          <c:yVal>
            <c:numRef>
              <c:f>inp_bind_001_k_change_11_k_all!$B$2:$B$302</c:f>
              <c:numCache>
                <c:formatCode>General</c:formatCode>
                <c:ptCount val="301"/>
                <c:pt idx="0">
                  <c:v>2.56553368930134E-3</c:v>
                </c:pt>
                <c:pt idx="1">
                  <c:v>2.6163618666093101E-3</c:v>
                </c:pt>
                <c:pt idx="2">
                  <c:v>2.6676393940635299E-3</c:v>
                </c:pt>
                <c:pt idx="3">
                  <c:v>2.71936247027801E-3</c:v>
                </c:pt>
                <c:pt idx="4">
                  <c:v>2.7715272662884598E-3</c:v>
                </c:pt>
                <c:pt idx="5">
                  <c:v>2.8241299274695702E-3</c:v>
                </c:pt>
                <c:pt idx="6">
                  <c:v>2.8771665754024301E-3</c:v>
                </c:pt>
                <c:pt idx="7">
                  <c:v>2.9306333096930002E-3</c:v>
                </c:pt>
                <c:pt idx="8">
                  <c:v>2.9845262097419902E-3</c:v>
                </c:pt>
                <c:pt idx="9">
                  <c:v>3.0388413364672E-3</c:v>
                </c:pt>
                <c:pt idx="10">
                  <c:v>3.0935747339785602E-3</c:v>
                </c:pt>
                <c:pt idx="11">
                  <c:v>3.1487224312069799E-3</c:v>
                </c:pt>
                <c:pt idx="12">
                  <c:v>3.2042804434874502E-3</c:v>
                </c:pt>
                <c:pt idx="13">
                  <c:v>3.26024477409729E-3</c:v>
                </c:pt>
                <c:pt idx="14">
                  <c:v>3.3166114157501501E-3</c:v>
                </c:pt>
                <c:pt idx="15">
                  <c:v>3.3733763520466201E-3</c:v>
                </c:pt>
                <c:pt idx="16">
                  <c:v>3.4305355588821499E-3</c:v>
                </c:pt>
                <c:pt idx="17">
                  <c:v>3.4880850058130598E-3</c:v>
                </c:pt>
                <c:pt idx="18">
                  <c:v>3.5460206573813399E-3</c:v>
                </c:pt>
                <c:pt idx="19">
                  <c:v>3.6043384743991501E-3</c:v>
                </c:pt>
                <c:pt idx="20">
                  <c:v>3.6630344151935799E-3</c:v>
                </c:pt>
                <c:pt idx="21">
                  <c:v>3.7221044368125999E-3</c:v>
                </c:pt>
                <c:pt idx="22">
                  <c:v>3.78154449619295E-3</c:v>
                </c:pt>
                <c:pt idx="23">
                  <c:v>3.8413505512906402E-3</c:v>
                </c:pt>
                <c:pt idx="24">
                  <c:v>3.9015185621748901E-3</c:v>
                </c:pt>
                <c:pt idx="25">
                  <c:v>3.9620444920862898E-3</c:v>
                </c:pt>
                <c:pt idx="26">
                  <c:v>4.0229243084598399E-3</c:v>
                </c:pt>
                <c:pt idx="27">
                  <c:v>4.08415398391375E-3</c:v>
                </c:pt>
                <c:pt idx="28">
                  <c:v>4.1457294972046203E-3</c:v>
                </c:pt>
                <c:pt idx="29">
                  <c:v>4.2076468341498297E-3</c:v>
                </c:pt>
                <c:pt idx="30">
                  <c:v>4.2699019885177802E-3</c:v>
                </c:pt>
                <c:pt idx="31">
                  <c:v>4.3324909628868202E-3</c:v>
                </c:pt>
                <c:pt idx="32">
                  <c:v>4.3954097694734601E-3</c:v>
                </c:pt>
                <c:pt idx="33">
                  <c:v>4.4586544309306603E-3</c:v>
                </c:pt>
                <c:pt idx="34">
                  <c:v>4.5222209811168999E-3</c:v>
                </c:pt>
                <c:pt idx="35">
                  <c:v>4.5861054658366002E-3</c:v>
                </c:pt>
                <c:pt idx="36">
                  <c:v>4.65030394355276E-3</c:v>
                </c:pt>
                <c:pt idx="37">
                  <c:v>4.7148124860723097E-3</c:v>
                </c:pt>
                <c:pt idx="38">
                  <c:v>4.7796271792049996E-3</c:v>
                </c:pt>
                <c:pt idx="39">
                  <c:v>4.8447441233963598E-3</c:v>
                </c:pt>
                <c:pt idx="40">
                  <c:v>4.9101594343353696E-3</c:v>
                </c:pt>
                <c:pt idx="41">
                  <c:v>4.9758692435376197E-3</c:v>
                </c:pt>
                <c:pt idx="42">
                  <c:v>5.0418696989043901E-3</c:v>
                </c:pt>
                <c:pt idx="43">
                  <c:v>5.1081569652584001E-3</c:v>
                </c:pt>
                <c:pt idx="44">
                  <c:v>5.1747272248568203E-3</c:v>
                </c:pt>
                <c:pt idx="45">
                  <c:v>5.2415766778819897E-3</c:v>
                </c:pt>
                <c:pt idx="46">
                  <c:v>5.3087015429106998E-3</c:v>
                </c:pt>
                <c:pt idx="47">
                  <c:v>5.3760980573623104E-3</c:v>
                </c:pt>
                <c:pt idx="48">
                  <c:v>5.4437624779264896E-3</c:v>
                </c:pt>
                <c:pt idx="49">
                  <c:v>5.5116910809709999E-3</c:v>
                </c:pt>
                <c:pt idx="50">
                  <c:v>5.5798801629301197E-3</c:v>
                </c:pt>
                <c:pt idx="51">
                  <c:v>5.64832604067423E-3</c:v>
                </c:pt>
                <c:pt idx="52">
                  <c:v>5.7170250518611002E-3</c:v>
                </c:pt>
                <c:pt idx="53">
                  <c:v>5.7859735552693104E-3</c:v>
                </c:pt>
                <c:pt idx="54">
                  <c:v>5.8551679311143797E-3</c:v>
                </c:pt>
                <c:pt idx="55">
                  <c:v>5.9246045813480903E-3</c:v>
                </c:pt>
                <c:pt idx="56">
                  <c:v>5.9942799299414502E-3</c:v>
                </c:pt>
                <c:pt idx="57">
                  <c:v>6.0641904231517304E-3</c:v>
                </c:pt>
                <c:pt idx="58">
                  <c:v>6.1343325297741899E-3</c:v>
                </c:pt>
                <c:pt idx="59">
                  <c:v>6.2047027413787001E-3</c:v>
                </c:pt>
                <c:pt idx="60">
                  <c:v>6.2752975725319298E-3</c:v>
                </c:pt>
                <c:pt idx="61">
                  <c:v>6.3461135610053798E-3</c:v>
                </c:pt>
                <c:pt idx="62">
                  <c:v>6.4171472679697399E-3</c:v>
                </c:pt>
                <c:pt idx="63">
                  <c:v>6.4883952781759902E-3</c:v>
                </c:pt>
                <c:pt idx="64">
                  <c:v>6.55985420012359E-3</c:v>
                </c:pt>
                <c:pt idx="65">
                  <c:v>6.6315206662162498E-3</c:v>
                </c:pt>
                <c:pt idx="66">
                  <c:v>6.7033913329055004E-3</c:v>
                </c:pt>
                <c:pt idx="67">
                  <c:v>6.7754628808226599E-3</c:v>
                </c:pt>
                <c:pt idx="68">
                  <c:v>6.8477320148993097E-3</c:v>
                </c:pt>
                <c:pt idx="69">
                  <c:v>6.9201954644768802E-3</c:v>
                </c:pt>
                <c:pt idx="70">
                  <c:v>6.9928499834055304E-3</c:v>
                </c:pt>
                <c:pt idx="71">
                  <c:v>7.0656923501326799E-3</c:v>
                </c:pt>
                <c:pt idx="72">
                  <c:v>7.1387193677816003E-3</c:v>
                </c:pt>
                <c:pt idx="73">
                  <c:v>7.2119278642203402E-3</c:v>
                </c:pt>
                <c:pt idx="74">
                  <c:v>7.2853146921212598E-3</c:v>
                </c:pt>
                <c:pt idx="75">
                  <c:v>7.3588767290115997E-3</c:v>
                </c:pt>
                <c:pt idx="76">
                  <c:v>7.4326108773151902E-3</c:v>
                </c:pt>
                <c:pt idx="77">
                  <c:v>7.5065140643858601E-3</c:v>
                </c:pt>
                <c:pt idx="78">
                  <c:v>7.5805832425325801E-3</c:v>
                </c:pt>
                <c:pt idx="79">
                  <c:v>7.6548153890367201E-3</c:v>
                </c:pt>
                <c:pt idx="80">
                  <c:v>7.7292075061617498E-3</c:v>
                </c:pt>
                <c:pt idx="81">
                  <c:v>7.8037566211555101E-3</c:v>
                </c:pt>
                <c:pt idx="82">
                  <c:v>7.8784597862455001E-3</c:v>
                </c:pt>
                <c:pt idx="83">
                  <c:v>7.9533140786271807E-3</c:v>
                </c:pt>
                <c:pt idx="84">
                  <c:v>8.0283166004457701E-3</c:v>
                </c:pt>
                <c:pt idx="85">
                  <c:v>8.1034644787716607E-3</c:v>
                </c:pt>
                <c:pt idx="86">
                  <c:v>8.1787548655696696E-3</c:v>
                </c:pt>
                <c:pt idx="87">
                  <c:v>8.2541849376624107E-3</c:v>
                </c:pt>
                <c:pt idx="88">
                  <c:v>8.3297518966879494E-3</c:v>
                </c:pt>
                <c:pt idx="89">
                  <c:v>8.4054529690520009E-3</c:v>
                </c:pt>
                <c:pt idx="90">
                  <c:v>8.4812854058748492E-3</c:v>
                </c:pt>
                <c:pt idx="91">
                  <c:v>8.5572464829331996E-3</c:v>
                </c:pt>
                <c:pt idx="92">
                  <c:v>8.6333335005971297E-3</c:v>
                </c:pt>
                <c:pt idx="93">
                  <c:v>8.7095437837624006E-3</c:v>
                </c:pt>
                <c:pt idx="94">
                  <c:v>8.7858746817782302E-3</c:v>
                </c:pt>
                <c:pt idx="95">
                  <c:v>8.8623235683707707E-3</c:v>
                </c:pt>
                <c:pt idx="96">
                  <c:v>8.9388878415624408E-3</c:v>
                </c:pt>
                <c:pt idx="97">
                  <c:v>9.0155649235872607E-3</c:v>
                </c:pt>
                <c:pt idx="98">
                  <c:v>9.0923522608023898E-3</c:v>
                </c:pt>
                <c:pt idx="99">
                  <c:v>9.1692473235960806E-3</c:v>
                </c:pt>
                <c:pt idx="100">
                  <c:v>9.2462476062920001E-3</c:v>
                </c:pt>
                <c:pt idx="101">
                  <c:v>9.3144287767216102E-3</c:v>
                </c:pt>
                <c:pt idx="102">
                  <c:v>9.3826885952949402E-3</c:v>
                </c:pt>
                <c:pt idx="103">
                  <c:v>9.4510253754111293E-3</c:v>
                </c:pt>
                <c:pt idx="104">
                  <c:v>9.5194374448715792E-3</c:v>
                </c:pt>
                <c:pt idx="105">
                  <c:v>9.5879231458203505E-3</c:v>
                </c:pt>
                <c:pt idx="106">
                  <c:v>9.6564808346833401E-3</c:v>
                </c:pt>
                <c:pt idx="107">
                  <c:v>9.7251088821062402E-3</c:v>
                </c:pt>
                <c:pt idx="108">
                  <c:v>9.7938056728912593E-3</c:v>
                </c:pt>
                <c:pt idx="109">
                  <c:v>9.8625696059327708E-3</c:v>
                </c:pt>
                <c:pt idx="110">
                  <c:v>9.9313990941517893E-3</c:v>
                </c:pt>
                <c:pt idx="111">
                  <c:v>1.0000292564429599E-2</c:v>
                </c:pt>
                <c:pt idx="112">
                  <c:v>1.0069248457540101E-2</c:v>
                </c:pt>
                <c:pt idx="113">
                  <c:v>1.01382652280818E-2</c:v>
                </c:pt>
                <c:pt idx="114">
                  <c:v>1.0207341344408E-2</c:v>
                </c:pt>
                <c:pt idx="115">
                  <c:v>1.0276475288556901E-2</c:v>
                </c:pt>
                <c:pt idx="116">
                  <c:v>1.03456655561808E-2</c:v>
                </c:pt>
                <c:pt idx="117">
                  <c:v>1.04149106564741E-2</c:v>
                </c:pt>
                <c:pt idx="118">
                  <c:v>1.0484209112101E-2</c:v>
                </c:pt>
                <c:pt idx="119">
                  <c:v>1.05535594591226E-2</c:v>
                </c:pt>
                <c:pt idx="120">
                  <c:v>1.0622960246922801E-2</c:v>
                </c:pt>
                <c:pt idx="121">
                  <c:v>1.06924100381339E-2</c:v>
                </c:pt>
                <c:pt idx="122">
                  <c:v>1.0761907408562E-2</c:v>
                </c:pt>
                <c:pt idx="123">
                  <c:v>1.0831450947111399E-2</c:v>
                </c:pt>
                <c:pt idx="124">
                  <c:v>1.09010392557084E-2</c:v>
                </c:pt>
                <c:pt idx="125">
                  <c:v>1.0970670949225001E-2</c:v>
                </c:pt>
                <c:pt idx="126">
                  <c:v>1.1040344655402001E-2</c:v>
                </c:pt>
                <c:pt idx="127">
                  <c:v>1.1110059014771899E-2</c:v>
                </c:pt>
                <c:pt idx="128">
                  <c:v>1.11798126805806E-2</c:v>
                </c:pt>
                <c:pt idx="129">
                  <c:v>1.1249604318710299E-2</c:v>
                </c:pt>
                <c:pt idx="130">
                  <c:v>1.13194326076002E-2</c:v>
                </c:pt>
                <c:pt idx="131">
                  <c:v>1.1389296238168501E-2</c:v>
                </c:pt>
                <c:pt idx="132">
                  <c:v>1.1459193913733399E-2</c:v>
                </c:pt>
                <c:pt idx="133">
                  <c:v>1.15291243499337E-2</c:v>
                </c:pt>
                <c:pt idx="134">
                  <c:v>1.15990862746496E-2</c:v>
                </c:pt>
                <c:pt idx="135">
                  <c:v>1.16690784279233E-2</c:v>
                </c:pt>
                <c:pt idx="136">
                  <c:v>1.1739099561878999E-2</c:v>
                </c:pt>
                <c:pt idx="137">
                  <c:v>1.1809148440643199E-2</c:v>
                </c:pt>
                <c:pt idx="138">
                  <c:v>1.1879223840264901E-2</c:v>
                </c:pt>
                <c:pt idx="139">
                  <c:v>1.1949324548635201E-2</c:v>
                </c:pt>
                <c:pt idx="140">
                  <c:v>1.20194493654073E-2</c:v>
                </c:pt>
                <c:pt idx="141">
                  <c:v>1.2089597101916399E-2</c:v>
                </c:pt>
                <c:pt idx="142">
                  <c:v>1.2159766581099201E-2</c:v>
                </c:pt>
                <c:pt idx="143">
                  <c:v>1.2229956637414E-2</c:v>
                </c:pt>
                <c:pt idx="144">
                  <c:v>1.2300166116760099E-2</c:v>
                </c:pt>
                <c:pt idx="145">
                  <c:v>1.23703938763978E-2</c:v>
                </c:pt>
                <c:pt idx="146">
                  <c:v>1.24406387848679E-2</c:v>
                </c:pt>
                <c:pt idx="147">
                  <c:v>1.25108997219121E-2</c:v>
                </c:pt>
                <c:pt idx="148">
                  <c:v>1.2581175578391999E-2</c:v>
                </c:pt>
                <c:pt idx="149">
                  <c:v>1.26514652562103E-2</c:v>
                </c:pt>
                <c:pt idx="150">
                  <c:v>1.27217676682298E-2</c:v>
                </c:pt>
                <c:pt idx="151">
                  <c:v>1.27920817381941E-2</c:v>
                </c:pt>
                <c:pt idx="152">
                  <c:v>1.2862406400648001E-2</c:v>
                </c:pt>
                <c:pt idx="153">
                  <c:v>1.2932740600858E-2</c:v>
                </c:pt>
                <c:pt idx="154">
                  <c:v>1.30030832947326E-2</c:v>
                </c:pt>
                <c:pt idx="155">
                  <c:v>1.3073433448743401E-2</c:v>
                </c:pt>
                <c:pt idx="156">
                  <c:v>1.3143790039846099E-2</c:v>
                </c:pt>
                <c:pt idx="157">
                  <c:v>1.3214152055401201E-2</c:v>
                </c:pt>
                <c:pt idx="158">
                  <c:v>1.32845184930963E-2</c:v>
                </c:pt>
                <c:pt idx="159">
                  <c:v>1.3354888360866599E-2</c:v>
                </c:pt>
                <c:pt idx="160">
                  <c:v>1.34252606768177E-2</c:v>
                </c:pt>
                <c:pt idx="161">
                  <c:v>1.3495634469147E-2</c:v>
                </c:pt>
                <c:pt idx="162">
                  <c:v>1.3566008776066099E-2</c:v>
                </c:pt>
                <c:pt idx="163">
                  <c:v>1.36363826457235E-2</c:v>
                </c:pt>
                <c:pt idx="164">
                  <c:v>1.3706755136127499E-2</c:v>
                </c:pt>
                <c:pt idx="165">
                  <c:v>1.3777125315069E-2</c:v>
                </c:pt>
                <c:pt idx="166">
                  <c:v>1.38474922600449E-2</c:v>
                </c:pt>
                <c:pt idx="167">
                  <c:v>1.3917855058182001E-2</c:v>
                </c:pt>
                <c:pt idx="168">
                  <c:v>1.3988212806160799E-2</c:v>
                </c:pt>
                <c:pt idx="169">
                  <c:v>1.40585646101394E-2</c:v>
                </c:pt>
                <c:pt idx="170">
                  <c:v>1.41289095856789E-2</c:v>
                </c:pt>
                <c:pt idx="171">
                  <c:v>1.41992468576672E-2</c:v>
                </c:pt>
                <c:pt idx="172">
                  <c:v>1.4269575560245299E-2</c:v>
                </c:pt>
                <c:pt idx="173">
                  <c:v>1.43398948367319E-2</c:v>
                </c:pt>
                <c:pt idx="174">
                  <c:v>1.44102038395497E-2</c:v>
                </c:pt>
                <c:pt idx="175">
                  <c:v>1.4480501730151699E-2</c:v>
                </c:pt>
                <c:pt idx="176">
                  <c:v>1.45507876789475E-2</c:v>
                </c:pt>
                <c:pt idx="177">
                  <c:v>1.46210608652302E-2</c:v>
                </c:pt>
                <c:pt idx="178">
                  <c:v>1.4691320477103901E-2</c:v>
                </c:pt>
                <c:pt idx="179">
                  <c:v>1.4761565711411099E-2</c:v>
                </c:pt>
                <c:pt idx="180">
                  <c:v>1.48317957736608E-2</c:v>
                </c:pt>
                <c:pt idx="181">
                  <c:v>1.4902009877956901E-2</c:v>
                </c:pt>
                <c:pt idx="182">
                  <c:v>1.49722072469265E-2</c:v>
                </c:pt>
                <c:pt idx="183">
                  <c:v>1.50423871116498E-2</c:v>
                </c:pt>
                <c:pt idx="184">
                  <c:v>1.51125487115888E-2</c:v>
                </c:pt>
                <c:pt idx="185">
                  <c:v>1.51826912945177E-2</c:v>
                </c:pt>
                <c:pt idx="186">
                  <c:v>1.52528141164528E-2</c:v>
                </c:pt>
                <c:pt idx="187">
                  <c:v>1.53229164415835E-2</c:v>
                </c:pt>
                <c:pt idx="188">
                  <c:v>1.53929975422031E-2</c:v>
                </c:pt>
                <c:pt idx="189">
                  <c:v>1.5463056698640299E-2</c:v>
                </c:pt>
                <c:pt idx="190">
                  <c:v>1.5533093199190899E-2</c:v>
                </c:pt>
                <c:pt idx="191">
                  <c:v>1.56031063400504E-2</c:v>
                </c:pt>
                <c:pt idx="192">
                  <c:v>1.5673095425246399E-2</c:v>
                </c:pt>
                <c:pt idx="193">
                  <c:v>1.5743059766571501E-2</c:v>
                </c:pt>
                <c:pt idx="194">
                  <c:v>1.5812998683517199E-2</c:v>
                </c:pt>
                <c:pt idx="195">
                  <c:v>1.5882911503207201E-2</c:v>
                </c:pt>
                <c:pt idx="196">
                  <c:v>1.5952797560332199E-2</c:v>
                </c:pt>
                <c:pt idx="197">
                  <c:v>1.6022656197084199E-2</c:v>
                </c:pt>
                <c:pt idx="198">
                  <c:v>1.6092486763091801E-2</c:v>
                </c:pt>
                <c:pt idx="199">
                  <c:v>1.6162288615355801E-2</c:v>
                </c:pt>
                <c:pt idx="200">
                  <c:v>1.6232061118184801E-2</c:v>
                </c:pt>
                <c:pt idx="201">
                  <c:v>1.6054889216264599E-2</c:v>
                </c:pt>
                <c:pt idx="202">
                  <c:v>1.58775345357175E-2</c:v>
                </c:pt>
                <c:pt idx="203">
                  <c:v>1.5700007752901701E-2</c:v>
                </c:pt>
                <c:pt idx="204">
                  <c:v>1.5522319855877299E-2</c:v>
                </c:pt>
                <c:pt idx="205">
                  <c:v>1.5344482151327001E-2</c:v>
                </c:pt>
                <c:pt idx="206">
                  <c:v>1.51665062715866E-2</c:v>
                </c:pt>
                <c:pt idx="207">
                  <c:v>1.49884041817837E-2</c:v>
                </c:pt>
                <c:pt idx="208">
                  <c:v>1.48101881870829E-2</c:v>
                </c:pt>
                <c:pt idx="209">
                  <c:v>1.4631870940036E-2</c:v>
                </c:pt>
                <c:pt idx="210">
                  <c:v>1.4453465448036201E-2</c:v>
                </c:pt>
                <c:pt idx="211">
                  <c:v>1.4274985080871499E-2</c:v>
                </c:pt>
                <c:pt idx="212">
                  <c:v>1.4096443578376999E-2</c:v>
                </c:pt>
                <c:pt idx="213">
                  <c:v>1.3917855058182001E-2</c:v>
                </c:pt>
                <c:pt idx="214">
                  <c:v>1.37392340235483E-2</c:v>
                </c:pt>
                <c:pt idx="215">
                  <c:v>1.3560595371295199E-2</c:v>
                </c:pt>
                <c:pt idx="216">
                  <c:v>1.33819543998085E-2</c:v>
                </c:pt>
                <c:pt idx="217">
                  <c:v>1.3203326817126399E-2</c:v>
                </c:pt>
                <c:pt idx="218">
                  <c:v>1.3024728749098101E-2</c:v>
                </c:pt>
                <c:pt idx="219">
                  <c:v>1.28461767476087E-2</c:v>
                </c:pt>
                <c:pt idx="220">
                  <c:v>1.2667687798863399E-2</c:v>
                </c:pt>
                <c:pt idx="221">
                  <c:v>1.24892793317237E-2</c:v>
                </c:pt>
                <c:pt idx="222">
                  <c:v>1.2310969226087201E-2</c:v>
                </c:pt>
                <c:pt idx="223">
                  <c:v>1.2132775821302901E-2</c:v>
                </c:pt>
                <c:pt idx="224">
                  <c:v>1.19547179246109E-2</c:v>
                </c:pt>
                <c:pt idx="225">
                  <c:v>1.1776814819596901E-2</c:v>
                </c:pt>
                <c:pt idx="226">
                  <c:v>1.15990862746496E-2</c:v>
                </c:pt>
                <c:pt idx="227">
                  <c:v>1.1421552551408001E-2</c:v>
                </c:pt>
                <c:pt idx="228">
                  <c:v>1.1244234413185301E-2</c:v>
                </c:pt>
                <c:pt idx="229">
                  <c:v>1.1067153133354799E-2</c:v>
                </c:pt>
                <c:pt idx="230">
                  <c:v>1.0890330503681199E-2</c:v>
                </c:pt>
                <c:pt idx="231">
                  <c:v>1.0713788842580001E-2</c:v>
                </c:pt>
                <c:pt idx="232">
                  <c:v>1.0537551003286899E-2</c:v>
                </c:pt>
                <c:pt idx="233">
                  <c:v>1.03616403819161E-2</c:v>
                </c:pt>
                <c:pt idx="234">
                  <c:v>1.01860809253865E-2</c:v>
                </c:pt>
                <c:pt idx="235">
                  <c:v>1.0010897139192201E-2</c:v>
                </c:pt>
                <c:pt idx="236">
                  <c:v>9.8361140949916499E-3</c:v>
                </c:pt>
                <c:pt idx="237">
                  <c:v>9.6617574379889992E-3</c:v>
                </c:pt>
                <c:pt idx="238">
                  <c:v>9.4878533940787099E-3</c:v>
                </c:pt>
                <c:pt idx="239">
                  <c:v>9.3144287767216102E-3</c:v>
                </c:pt>
                <c:pt idx="240">
                  <c:v>9.1415109935197806E-3</c:v>
                </c:pt>
                <c:pt idx="241">
                  <c:v>8.9691280524542907E-3</c:v>
                </c:pt>
                <c:pt idx="242">
                  <c:v>8.7973085677476998E-3</c:v>
                </c:pt>
                <c:pt idx="243">
                  <c:v>8.6260817653104702E-3</c:v>
                </c:pt>
                <c:pt idx="244">
                  <c:v>8.4554774877278992E-3</c:v>
                </c:pt>
                <c:pt idx="245">
                  <c:v>8.2855261987408793E-3</c:v>
                </c:pt>
                <c:pt idx="246">
                  <c:v>8.1162589871711394E-3</c:v>
                </c:pt>
                <c:pt idx="247">
                  <c:v>7.9477075702379697E-3</c:v>
                </c:pt>
                <c:pt idx="248">
                  <c:v>7.7799042962103104E-3</c:v>
                </c:pt>
                <c:pt idx="249">
                  <c:v>7.6128821463342499E-3</c:v>
                </c:pt>
                <c:pt idx="250">
                  <c:v>7.4466747359724804E-3</c:v>
                </c:pt>
                <c:pt idx="251">
                  <c:v>7.2813163148878601E-3</c:v>
                </c:pt>
                <c:pt idx="252">
                  <c:v>7.1168417665995196E-3</c:v>
                </c:pt>
                <c:pt idx="253">
                  <c:v>6.9532866067353203E-3</c:v>
                </c:pt>
                <c:pt idx="254">
                  <c:v>6.79068698029992E-3</c:v>
                </c:pt>
                <c:pt idx="255">
                  <c:v>6.6290796577730196E-3</c:v>
                </c:pt>
                <c:pt idx="256">
                  <c:v>6.4685020299474197E-3</c:v>
                </c:pt>
                <c:pt idx="257">
                  <c:v>6.3089921014111601E-3</c:v>
                </c:pt>
                <c:pt idx="258">
                  <c:v>6.1505884825728604E-3</c:v>
                </c:pt>
                <c:pt idx="259">
                  <c:v>5.9933303801237301E-3</c:v>
                </c:pt>
                <c:pt idx="260">
                  <c:v>5.8372575858237699E-3</c:v>
                </c:pt>
                <c:pt idx="261">
                  <c:v>5.68241046349409E-3</c:v>
                </c:pt>
                <c:pt idx="262">
                  <c:v>5.5288299340907404E-3</c:v>
                </c:pt>
                <c:pt idx="263">
                  <c:v>5.3765574587295098E-3</c:v>
                </c:pt>
                <c:pt idx="264">
                  <c:v>5.2256350195243996E-3</c:v>
                </c:pt>
                <c:pt idx="265">
                  <c:v>5.0761050980961996E-3</c:v>
                </c:pt>
                <c:pt idx="266">
                  <c:v>4.9280106516006597E-3</c:v>
                </c:pt>
                <c:pt idx="267">
                  <c:v>4.7813950861192601E-3</c:v>
                </c:pt>
                <c:pt idx="268">
                  <c:v>4.6363022272487104E-3</c:v>
                </c:pt>
                <c:pt idx="269">
                  <c:v>4.4927762877185699E-3</c:v>
                </c:pt>
                <c:pt idx="270">
                  <c:v>4.3508618318597496E-3</c:v>
                </c:pt>
                <c:pt idx="271">
                  <c:v>4.2106037367402004E-3</c:v>
                </c:pt>
                <c:pt idx="272">
                  <c:v>4.0720471497776396E-3</c:v>
                </c:pt>
                <c:pt idx="273">
                  <c:v>3.9352374426332099E-3</c:v>
                </c:pt>
                <c:pt idx="274">
                  <c:v>3.80022016118442E-3</c:v>
                </c:pt>
                <c:pt idx="275">
                  <c:v>3.6670409713703798E-3</c:v>
                </c:pt>
                <c:pt idx="276">
                  <c:v>3.5357456006981499E-3</c:v>
                </c:pt>
                <c:pt idx="277">
                  <c:v>3.4063797751948898E-3</c:v>
                </c:pt>
                <c:pt idx="278">
                  <c:v>3.27898915158814E-3</c:v>
                </c:pt>
                <c:pt idx="279">
                  <c:v>3.1536192444946301E-3</c:v>
                </c:pt>
                <c:pt idx="280">
                  <c:v>3.03031534839771E-3</c:v>
                </c:pt>
                <c:pt idx="281">
                  <c:v>2.9091224541950198E-3</c:v>
                </c:pt>
                <c:pt idx="282">
                  <c:v>2.7900851601007398E-3</c:v>
                </c:pt>
                <c:pt idx="283">
                  <c:v>2.6732475766924101E-3</c:v>
                </c:pt>
                <c:pt idx="284">
                  <c:v>2.5586532258996398E-3</c:v>
                </c:pt>
                <c:pt idx="285">
                  <c:v>2.4463449337431302E-3</c:v>
                </c:pt>
                <c:pt idx="286">
                  <c:v>2.3363647166456201E-3</c:v>
                </c:pt>
                <c:pt idx="287">
                  <c:v>2.2287536611546701E-3</c:v>
                </c:pt>
                <c:pt idx="288">
                  <c:v>2.1235517969382502E-3</c:v>
                </c:pt>
                <c:pt idx="289">
                  <c:v>2.0207979629412402E-3</c:v>
                </c:pt>
                <c:pt idx="290">
                  <c:v>1.92052966662243E-3</c:v>
                </c:pt>
                <c:pt idx="291">
                  <c:v>1.82278293622967E-3</c:v>
                </c:pt>
                <c:pt idx="292">
                  <c:v>1.7275921661155701E-3</c:v>
                </c:pt>
                <c:pt idx="293">
                  <c:v>1.6349899551477999E-3</c:v>
                </c:pt>
                <c:pt idx="294">
                  <c:v>1.54500693832892E-3</c:v>
                </c:pt>
                <c:pt idx="295">
                  <c:v>1.45767161180959E-3</c:v>
                </c:pt>
                <c:pt idx="296">
                  <c:v>1.3730101515589299E-3</c:v>
                </c:pt>
                <c:pt idx="297">
                  <c:v>1.2910462260457001E-3</c:v>
                </c:pt>
                <c:pt idx="298">
                  <c:v>1.2118008033866899E-3</c:v>
                </c:pt>
                <c:pt idx="299">
                  <c:v>1.1352919535334901E-3</c:v>
                </c:pt>
                <c:pt idx="300">
                  <c:v>1.0615346461976601E-3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F0-48D2-9859-20FEDC30D6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57685840"/>
        <c:axId val="757679120"/>
      </c:scatterChart>
      <c:valAx>
        <c:axId val="7576858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57679120"/>
        <c:crosses val="autoZero"/>
        <c:crossBetween val="midCat"/>
      </c:valAx>
      <c:valAx>
        <c:axId val="757679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5768584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scatterChart>
        <c:scatterStyle val="lineMarker"/>
        <c:varyColors val="0"/>
        <c:ser>
          <c:idx val="1"/>
          <c:order val="0"/>
          <c:tx>
            <c:strRef>
              <c:f>inp_bind_001_k_change_11_k_all!$C$1</c:f>
              <c:strCache>
                <c:ptCount val="1"/>
                <c:pt idx="0">
                  <c:v>k_rC_120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inp_bind_001_k_change_11_k_all!$A$2:$A$302</c:f>
              <c:numCache>
                <c:formatCode>General</c:formatCode>
                <c:ptCount val="301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  <c:pt idx="101">
                  <c:v>10100</c:v>
                </c:pt>
                <c:pt idx="102">
                  <c:v>10200</c:v>
                </c:pt>
                <c:pt idx="103">
                  <c:v>10300</c:v>
                </c:pt>
                <c:pt idx="104">
                  <c:v>10400</c:v>
                </c:pt>
                <c:pt idx="105">
                  <c:v>10500</c:v>
                </c:pt>
                <c:pt idx="106">
                  <c:v>10600</c:v>
                </c:pt>
                <c:pt idx="107">
                  <c:v>10700</c:v>
                </c:pt>
                <c:pt idx="108">
                  <c:v>10800</c:v>
                </c:pt>
                <c:pt idx="109">
                  <c:v>10900</c:v>
                </c:pt>
                <c:pt idx="110">
                  <c:v>11000</c:v>
                </c:pt>
                <c:pt idx="111">
                  <c:v>11100</c:v>
                </c:pt>
                <c:pt idx="112">
                  <c:v>11200</c:v>
                </c:pt>
                <c:pt idx="113">
                  <c:v>11300</c:v>
                </c:pt>
                <c:pt idx="114">
                  <c:v>11400</c:v>
                </c:pt>
                <c:pt idx="115">
                  <c:v>11500</c:v>
                </c:pt>
                <c:pt idx="116">
                  <c:v>11600</c:v>
                </c:pt>
                <c:pt idx="117">
                  <c:v>11700</c:v>
                </c:pt>
                <c:pt idx="118">
                  <c:v>11800</c:v>
                </c:pt>
                <c:pt idx="119">
                  <c:v>11900</c:v>
                </c:pt>
                <c:pt idx="120">
                  <c:v>12000</c:v>
                </c:pt>
                <c:pt idx="121">
                  <c:v>12100</c:v>
                </c:pt>
                <c:pt idx="122">
                  <c:v>12200</c:v>
                </c:pt>
                <c:pt idx="123">
                  <c:v>12300</c:v>
                </c:pt>
                <c:pt idx="124">
                  <c:v>12400</c:v>
                </c:pt>
                <c:pt idx="125">
                  <c:v>12500</c:v>
                </c:pt>
                <c:pt idx="126">
                  <c:v>12600</c:v>
                </c:pt>
                <c:pt idx="127">
                  <c:v>12700</c:v>
                </c:pt>
                <c:pt idx="128">
                  <c:v>12800</c:v>
                </c:pt>
                <c:pt idx="129">
                  <c:v>12900</c:v>
                </c:pt>
                <c:pt idx="130">
                  <c:v>13000</c:v>
                </c:pt>
                <c:pt idx="131">
                  <c:v>13100</c:v>
                </c:pt>
                <c:pt idx="132">
                  <c:v>13200</c:v>
                </c:pt>
                <c:pt idx="133">
                  <c:v>13300</c:v>
                </c:pt>
                <c:pt idx="134">
                  <c:v>13400</c:v>
                </c:pt>
                <c:pt idx="135">
                  <c:v>13500</c:v>
                </c:pt>
                <c:pt idx="136">
                  <c:v>13600</c:v>
                </c:pt>
                <c:pt idx="137">
                  <c:v>13700</c:v>
                </c:pt>
                <c:pt idx="138">
                  <c:v>13800</c:v>
                </c:pt>
                <c:pt idx="139">
                  <c:v>13900</c:v>
                </c:pt>
                <c:pt idx="140">
                  <c:v>14000</c:v>
                </c:pt>
                <c:pt idx="141">
                  <c:v>14100</c:v>
                </c:pt>
                <c:pt idx="142">
                  <c:v>14200</c:v>
                </c:pt>
                <c:pt idx="143">
                  <c:v>14300</c:v>
                </c:pt>
                <c:pt idx="144">
                  <c:v>14400</c:v>
                </c:pt>
                <c:pt idx="145">
                  <c:v>14500</c:v>
                </c:pt>
                <c:pt idx="146">
                  <c:v>14600</c:v>
                </c:pt>
                <c:pt idx="147">
                  <c:v>14700</c:v>
                </c:pt>
                <c:pt idx="148">
                  <c:v>14800</c:v>
                </c:pt>
                <c:pt idx="149">
                  <c:v>14900</c:v>
                </c:pt>
                <c:pt idx="150">
                  <c:v>15000</c:v>
                </c:pt>
                <c:pt idx="151">
                  <c:v>15100</c:v>
                </c:pt>
                <c:pt idx="152">
                  <c:v>15200</c:v>
                </c:pt>
                <c:pt idx="153">
                  <c:v>15300</c:v>
                </c:pt>
                <c:pt idx="154">
                  <c:v>15400</c:v>
                </c:pt>
                <c:pt idx="155">
                  <c:v>15500</c:v>
                </c:pt>
                <c:pt idx="156">
                  <c:v>15600</c:v>
                </c:pt>
                <c:pt idx="157">
                  <c:v>15700</c:v>
                </c:pt>
                <c:pt idx="158">
                  <c:v>15800</c:v>
                </c:pt>
                <c:pt idx="159">
                  <c:v>15900</c:v>
                </c:pt>
                <c:pt idx="160">
                  <c:v>16000</c:v>
                </c:pt>
                <c:pt idx="161">
                  <c:v>16100</c:v>
                </c:pt>
                <c:pt idx="162">
                  <c:v>16200</c:v>
                </c:pt>
                <c:pt idx="163">
                  <c:v>16300</c:v>
                </c:pt>
                <c:pt idx="164">
                  <c:v>16400</c:v>
                </c:pt>
                <c:pt idx="165">
                  <c:v>16500</c:v>
                </c:pt>
                <c:pt idx="166">
                  <c:v>16600</c:v>
                </c:pt>
                <c:pt idx="167">
                  <c:v>16700</c:v>
                </c:pt>
                <c:pt idx="168">
                  <c:v>16800</c:v>
                </c:pt>
                <c:pt idx="169">
                  <c:v>16900</c:v>
                </c:pt>
                <c:pt idx="170">
                  <c:v>17000</c:v>
                </c:pt>
                <c:pt idx="171">
                  <c:v>17100</c:v>
                </c:pt>
                <c:pt idx="172">
                  <c:v>17200</c:v>
                </c:pt>
                <c:pt idx="173">
                  <c:v>17300</c:v>
                </c:pt>
                <c:pt idx="174">
                  <c:v>17400</c:v>
                </c:pt>
                <c:pt idx="175">
                  <c:v>17500</c:v>
                </c:pt>
                <c:pt idx="176">
                  <c:v>17600</c:v>
                </c:pt>
                <c:pt idx="177">
                  <c:v>17700</c:v>
                </c:pt>
                <c:pt idx="178">
                  <c:v>17800</c:v>
                </c:pt>
                <c:pt idx="179">
                  <c:v>17900</c:v>
                </c:pt>
                <c:pt idx="180">
                  <c:v>18000</c:v>
                </c:pt>
                <c:pt idx="181">
                  <c:v>18100</c:v>
                </c:pt>
                <c:pt idx="182">
                  <c:v>18200</c:v>
                </c:pt>
                <c:pt idx="183">
                  <c:v>18300</c:v>
                </c:pt>
                <c:pt idx="184">
                  <c:v>18400</c:v>
                </c:pt>
                <c:pt idx="185">
                  <c:v>18500</c:v>
                </c:pt>
                <c:pt idx="186">
                  <c:v>18600</c:v>
                </c:pt>
                <c:pt idx="187">
                  <c:v>18700</c:v>
                </c:pt>
                <c:pt idx="188">
                  <c:v>18800</c:v>
                </c:pt>
                <c:pt idx="189">
                  <c:v>18900</c:v>
                </c:pt>
                <c:pt idx="190">
                  <c:v>19000</c:v>
                </c:pt>
                <c:pt idx="191">
                  <c:v>19100</c:v>
                </c:pt>
                <c:pt idx="192">
                  <c:v>19200</c:v>
                </c:pt>
                <c:pt idx="193">
                  <c:v>19300</c:v>
                </c:pt>
                <c:pt idx="194">
                  <c:v>19400</c:v>
                </c:pt>
                <c:pt idx="195">
                  <c:v>19500</c:v>
                </c:pt>
                <c:pt idx="196">
                  <c:v>19600</c:v>
                </c:pt>
                <c:pt idx="197">
                  <c:v>19700</c:v>
                </c:pt>
                <c:pt idx="198">
                  <c:v>19800</c:v>
                </c:pt>
                <c:pt idx="199">
                  <c:v>19900</c:v>
                </c:pt>
                <c:pt idx="200">
                  <c:v>20000</c:v>
                </c:pt>
                <c:pt idx="201">
                  <c:v>20100</c:v>
                </c:pt>
                <c:pt idx="202">
                  <c:v>20200</c:v>
                </c:pt>
                <c:pt idx="203">
                  <c:v>20300</c:v>
                </c:pt>
                <c:pt idx="204">
                  <c:v>20400</c:v>
                </c:pt>
                <c:pt idx="205">
                  <c:v>20500</c:v>
                </c:pt>
                <c:pt idx="206">
                  <c:v>20600</c:v>
                </c:pt>
                <c:pt idx="207">
                  <c:v>20700</c:v>
                </c:pt>
                <c:pt idx="208">
                  <c:v>20800</c:v>
                </c:pt>
                <c:pt idx="209">
                  <c:v>20900</c:v>
                </c:pt>
                <c:pt idx="210">
                  <c:v>21000</c:v>
                </c:pt>
                <c:pt idx="211">
                  <c:v>21100</c:v>
                </c:pt>
                <c:pt idx="212">
                  <c:v>21200</c:v>
                </c:pt>
                <c:pt idx="213">
                  <c:v>21300</c:v>
                </c:pt>
                <c:pt idx="214">
                  <c:v>21400</c:v>
                </c:pt>
                <c:pt idx="215">
                  <c:v>21500</c:v>
                </c:pt>
                <c:pt idx="216">
                  <c:v>21600</c:v>
                </c:pt>
                <c:pt idx="217">
                  <c:v>21700</c:v>
                </c:pt>
                <c:pt idx="218">
                  <c:v>21800</c:v>
                </c:pt>
                <c:pt idx="219">
                  <c:v>21900</c:v>
                </c:pt>
                <c:pt idx="220">
                  <c:v>22000</c:v>
                </c:pt>
                <c:pt idx="221">
                  <c:v>22100</c:v>
                </c:pt>
                <c:pt idx="222">
                  <c:v>22200</c:v>
                </c:pt>
                <c:pt idx="223">
                  <c:v>22300</c:v>
                </c:pt>
                <c:pt idx="224">
                  <c:v>22400</c:v>
                </c:pt>
                <c:pt idx="225">
                  <c:v>22500</c:v>
                </c:pt>
                <c:pt idx="226">
                  <c:v>22600</c:v>
                </c:pt>
                <c:pt idx="227">
                  <c:v>22700</c:v>
                </c:pt>
                <c:pt idx="228">
                  <c:v>22800</c:v>
                </c:pt>
                <c:pt idx="229">
                  <c:v>22900</c:v>
                </c:pt>
                <c:pt idx="230">
                  <c:v>23000</c:v>
                </c:pt>
                <c:pt idx="231">
                  <c:v>23100</c:v>
                </c:pt>
                <c:pt idx="232">
                  <c:v>23200</c:v>
                </c:pt>
                <c:pt idx="233">
                  <c:v>23300</c:v>
                </c:pt>
                <c:pt idx="234">
                  <c:v>23400</c:v>
                </c:pt>
                <c:pt idx="235">
                  <c:v>23500</c:v>
                </c:pt>
                <c:pt idx="236">
                  <c:v>23600</c:v>
                </c:pt>
                <c:pt idx="237">
                  <c:v>23700</c:v>
                </c:pt>
                <c:pt idx="238">
                  <c:v>23800</c:v>
                </c:pt>
                <c:pt idx="239">
                  <c:v>23900</c:v>
                </c:pt>
                <c:pt idx="240">
                  <c:v>24000</c:v>
                </c:pt>
                <c:pt idx="241">
                  <c:v>24100</c:v>
                </c:pt>
                <c:pt idx="242">
                  <c:v>24200</c:v>
                </c:pt>
                <c:pt idx="243">
                  <c:v>24300</c:v>
                </c:pt>
                <c:pt idx="244">
                  <c:v>24400</c:v>
                </c:pt>
                <c:pt idx="245">
                  <c:v>24500</c:v>
                </c:pt>
                <c:pt idx="246">
                  <c:v>24600</c:v>
                </c:pt>
                <c:pt idx="247">
                  <c:v>24700</c:v>
                </c:pt>
                <c:pt idx="248">
                  <c:v>24800</c:v>
                </c:pt>
                <c:pt idx="249">
                  <c:v>24900</c:v>
                </c:pt>
                <c:pt idx="250">
                  <c:v>25000</c:v>
                </c:pt>
                <c:pt idx="251">
                  <c:v>25100</c:v>
                </c:pt>
                <c:pt idx="252">
                  <c:v>25200</c:v>
                </c:pt>
                <c:pt idx="253">
                  <c:v>25300</c:v>
                </c:pt>
                <c:pt idx="254">
                  <c:v>25400</c:v>
                </c:pt>
                <c:pt idx="255">
                  <c:v>25500</c:v>
                </c:pt>
                <c:pt idx="256">
                  <c:v>25600</c:v>
                </c:pt>
                <c:pt idx="257">
                  <c:v>25700</c:v>
                </c:pt>
                <c:pt idx="258">
                  <c:v>25800</c:v>
                </c:pt>
                <c:pt idx="259">
                  <c:v>25900</c:v>
                </c:pt>
                <c:pt idx="260">
                  <c:v>26000</c:v>
                </c:pt>
                <c:pt idx="261">
                  <c:v>26100</c:v>
                </c:pt>
                <c:pt idx="262">
                  <c:v>26200</c:v>
                </c:pt>
                <c:pt idx="263">
                  <c:v>26300</c:v>
                </c:pt>
                <c:pt idx="264">
                  <c:v>26400</c:v>
                </c:pt>
                <c:pt idx="265">
                  <c:v>26500</c:v>
                </c:pt>
                <c:pt idx="266">
                  <c:v>26600</c:v>
                </c:pt>
                <c:pt idx="267">
                  <c:v>26700</c:v>
                </c:pt>
                <c:pt idx="268">
                  <c:v>26800</c:v>
                </c:pt>
                <c:pt idx="269">
                  <c:v>26900</c:v>
                </c:pt>
                <c:pt idx="270">
                  <c:v>27000</c:v>
                </c:pt>
                <c:pt idx="271">
                  <c:v>27100</c:v>
                </c:pt>
                <c:pt idx="272">
                  <c:v>27200</c:v>
                </c:pt>
                <c:pt idx="273">
                  <c:v>27300</c:v>
                </c:pt>
                <c:pt idx="274">
                  <c:v>27400</c:v>
                </c:pt>
                <c:pt idx="275">
                  <c:v>27500</c:v>
                </c:pt>
                <c:pt idx="276">
                  <c:v>27600</c:v>
                </c:pt>
                <c:pt idx="277">
                  <c:v>27700</c:v>
                </c:pt>
                <c:pt idx="278">
                  <c:v>27800</c:v>
                </c:pt>
                <c:pt idx="279">
                  <c:v>27900</c:v>
                </c:pt>
                <c:pt idx="280">
                  <c:v>28000</c:v>
                </c:pt>
                <c:pt idx="281">
                  <c:v>28100</c:v>
                </c:pt>
                <c:pt idx="282">
                  <c:v>28200</c:v>
                </c:pt>
                <c:pt idx="283">
                  <c:v>28300</c:v>
                </c:pt>
                <c:pt idx="284">
                  <c:v>28400</c:v>
                </c:pt>
                <c:pt idx="285">
                  <c:v>28500</c:v>
                </c:pt>
                <c:pt idx="286">
                  <c:v>28600</c:v>
                </c:pt>
                <c:pt idx="287">
                  <c:v>28700</c:v>
                </c:pt>
                <c:pt idx="288">
                  <c:v>28800</c:v>
                </c:pt>
                <c:pt idx="289">
                  <c:v>28900</c:v>
                </c:pt>
                <c:pt idx="290">
                  <c:v>29000</c:v>
                </c:pt>
                <c:pt idx="291">
                  <c:v>29100</c:v>
                </c:pt>
                <c:pt idx="292">
                  <c:v>29200</c:v>
                </c:pt>
                <c:pt idx="293">
                  <c:v>29300</c:v>
                </c:pt>
                <c:pt idx="294">
                  <c:v>29400</c:v>
                </c:pt>
                <c:pt idx="295">
                  <c:v>29500</c:v>
                </c:pt>
                <c:pt idx="296">
                  <c:v>29600</c:v>
                </c:pt>
                <c:pt idx="297">
                  <c:v>29700</c:v>
                </c:pt>
                <c:pt idx="298">
                  <c:v>29800</c:v>
                </c:pt>
                <c:pt idx="299">
                  <c:v>29900</c:v>
                </c:pt>
                <c:pt idx="300">
                  <c:v>30000</c:v>
                </c:pt>
              </c:numCache>
            </c:numRef>
          </c:xVal>
          <c:yVal>
            <c:numRef>
              <c:f>inp_bind_001_k_change_11_k_all!$C$2:$C$302</c:f>
              <c:numCache>
                <c:formatCode>General</c:formatCode>
                <c:ptCount val="301"/>
                <c:pt idx="0">
                  <c:v>0.01</c:v>
                </c:pt>
                <c:pt idx="1">
                  <c:v>9.8875000000000005E-3</c:v>
                </c:pt>
                <c:pt idx="2">
                  <c:v>9.7750000000000007E-3</c:v>
                </c:pt>
                <c:pt idx="3">
                  <c:v>9.6624999999999992E-3</c:v>
                </c:pt>
                <c:pt idx="4">
                  <c:v>9.5499999999999995E-3</c:v>
                </c:pt>
                <c:pt idx="5">
                  <c:v>9.4374999999999997E-3</c:v>
                </c:pt>
                <c:pt idx="6">
                  <c:v>9.325E-3</c:v>
                </c:pt>
                <c:pt idx="7">
                  <c:v>9.2125000000000002E-3</c:v>
                </c:pt>
                <c:pt idx="8">
                  <c:v>9.1000000000000004E-3</c:v>
                </c:pt>
                <c:pt idx="9">
                  <c:v>8.9875000000000007E-3</c:v>
                </c:pt>
                <c:pt idx="10">
                  <c:v>8.8749999999999992E-3</c:v>
                </c:pt>
                <c:pt idx="11">
                  <c:v>8.7624999999999995E-3</c:v>
                </c:pt>
                <c:pt idx="12">
                  <c:v>8.6499999999999997E-3</c:v>
                </c:pt>
                <c:pt idx="13">
                  <c:v>8.5375E-3</c:v>
                </c:pt>
                <c:pt idx="14">
                  <c:v>8.4250000000000002E-3</c:v>
                </c:pt>
                <c:pt idx="15">
                  <c:v>8.3125000000000004E-3</c:v>
                </c:pt>
                <c:pt idx="16">
                  <c:v>8.2000000000000007E-3</c:v>
                </c:pt>
                <c:pt idx="17">
                  <c:v>8.0874999999999992E-3</c:v>
                </c:pt>
                <c:pt idx="18">
                  <c:v>7.9749999999999995E-3</c:v>
                </c:pt>
                <c:pt idx="19">
                  <c:v>7.8624999999999997E-3</c:v>
                </c:pt>
                <c:pt idx="20">
                  <c:v>7.7499999999999999E-3</c:v>
                </c:pt>
                <c:pt idx="21">
                  <c:v>7.6375000000000002E-3</c:v>
                </c:pt>
                <c:pt idx="22">
                  <c:v>7.5249999999999996E-3</c:v>
                </c:pt>
                <c:pt idx="23">
                  <c:v>7.4124999999999998E-3</c:v>
                </c:pt>
                <c:pt idx="24">
                  <c:v>7.3000000000000001E-3</c:v>
                </c:pt>
                <c:pt idx="25">
                  <c:v>7.1874999999999899E-3</c:v>
                </c:pt>
                <c:pt idx="26">
                  <c:v>7.0749999999999997E-3</c:v>
                </c:pt>
                <c:pt idx="27">
                  <c:v>6.9624999999999999E-3</c:v>
                </c:pt>
                <c:pt idx="28">
                  <c:v>6.8500000000000002E-3</c:v>
                </c:pt>
                <c:pt idx="29">
                  <c:v>6.7375000000000004E-3</c:v>
                </c:pt>
                <c:pt idx="30">
                  <c:v>6.6249999999999998E-3</c:v>
                </c:pt>
                <c:pt idx="31">
                  <c:v>6.5125000000000001E-3</c:v>
                </c:pt>
                <c:pt idx="32">
                  <c:v>6.3999999999999899E-3</c:v>
                </c:pt>
                <c:pt idx="33">
                  <c:v>6.2874999999999997E-3</c:v>
                </c:pt>
                <c:pt idx="34">
                  <c:v>6.1749999999999999E-3</c:v>
                </c:pt>
                <c:pt idx="35">
                  <c:v>6.0625000000000002E-3</c:v>
                </c:pt>
                <c:pt idx="36">
                  <c:v>5.94999999999999E-3</c:v>
                </c:pt>
                <c:pt idx="37">
                  <c:v>5.8374999999999998E-3</c:v>
                </c:pt>
                <c:pt idx="38">
                  <c:v>5.7250000000000001E-3</c:v>
                </c:pt>
                <c:pt idx="39">
                  <c:v>5.6125000000000003E-3</c:v>
                </c:pt>
                <c:pt idx="40">
                  <c:v>5.4999999999999997E-3</c:v>
                </c:pt>
                <c:pt idx="41">
                  <c:v>5.3874999999999999E-3</c:v>
                </c:pt>
                <c:pt idx="42">
                  <c:v>5.2749999999999898E-3</c:v>
                </c:pt>
                <c:pt idx="43">
                  <c:v>5.16249999999999E-3</c:v>
                </c:pt>
                <c:pt idx="44">
                  <c:v>5.0499999999999998E-3</c:v>
                </c:pt>
                <c:pt idx="45">
                  <c:v>4.9374999999999896E-3</c:v>
                </c:pt>
                <c:pt idx="46">
                  <c:v>4.8249999999999899E-3</c:v>
                </c:pt>
                <c:pt idx="47">
                  <c:v>4.7124999999999997E-3</c:v>
                </c:pt>
                <c:pt idx="48">
                  <c:v>4.5999999999999999E-3</c:v>
                </c:pt>
                <c:pt idx="49">
                  <c:v>4.4874999999999898E-3</c:v>
                </c:pt>
                <c:pt idx="50">
                  <c:v>4.37499999999999E-3</c:v>
                </c:pt>
                <c:pt idx="51">
                  <c:v>4.2624999999999998E-3</c:v>
                </c:pt>
                <c:pt idx="52">
                  <c:v>4.15E-3</c:v>
                </c:pt>
                <c:pt idx="53">
                  <c:v>4.0374999999999899E-3</c:v>
                </c:pt>
                <c:pt idx="54">
                  <c:v>3.9249999999999901E-3</c:v>
                </c:pt>
                <c:pt idx="55">
                  <c:v>3.8124999999999899E-3</c:v>
                </c:pt>
                <c:pt idx="56">
                  <c:v>3.6999999999999902E-3</c:v>
                </c:pt>
                <c:pt idx="57">
                  <c:v>3.58749999999999E-3</c:v>
                </c:pt>
                <c:pt idx="58">
                  <c:v>3.4749999999999998E-3</c:v>
                </c:pt>
                <c:pt idx="59">
                  <c:v>3.3624999999999901E-3</c:v>
                </c:pt>
                <c:pt idx="60">
                  <c:v>3.2499999999999899E-3</c:v>
                </c:pt>
                <c:pt idx="61">
                  <c:v>3.1374999999999901E-3</c:v>
                </c:pt>
                <c:pt idx="62">
                  <c:v>3.0249999999999999E-3</c:v>
                </c:pt>
                <c:pt idx="63">
                  <c:v>2.9124999999999902E-3</c:v>
                </c:pt>
                <c:pt idx="64">
                  <c:v>2.79999999999999E-3</c:v>
                </c:pt>
                <c:pt idx="65">
                  <c:v>2.6874999999999898E-3</c:v>
                </c:pt>
                <c:pt idx="66">
                  <c:v>2.5749999999999901E-3</c:v>
                </c:pt>
                <c:pt idx="67">
                  <c:v>2.4624999999999899E-3</c:v>
                </c:pt>
                <c:pt idx="68">
                  <c:v>2.3499999999999901E-3</c:v>
                </c:pt>
                <c:pt idx="69">
                  <c:v>2.2374999999999899E-3</c:v>
                </c:pt>
                <c:pt idx="70">
                  <c:v>2.1250000000000002E-3</c:v>
                </c:pt>
                <c:pt idx="71">
                  <c:v>2.01249999999999E-3</c:v>
                </c:pt>
                <c:pt idx="72">
                  <c:v>1.89999999999999E-3</c:v>
                </c:pt>
                <c:pt idx="73">
                  <c:v>1.7874999999999901E-3</c:v>
                </c:pt>
                <c:pt idx="74">
                  <c:v>1.6749999999999901E-3</c:v>
                </c:pt>
                <c:pt idx="75">
                  <c:v>1.5624999999999899E-3</c:v>
                </c:pt>
                <c:pt idx="76">
                  <c:v>1.4499999999999999E-3</c:v>
                </c:pt>
                <c:pt idx="77">
                  <c:v>1.33749999999999E-3</c:v>
                </c:pt>
                <c:pt idx="78">
                  <c:v>1.225E-3</c:v>
                </c:pt>
                <c:pt idx="79">
                  <c:v>1.11249999999999E-3</c:v>
                </c:pt>
                <c:pt idx="80">
                  <c:v>1E-3</c:v>
                </c:pt>
                <c:pt idx="81">
                  <c:v>1E-3</c:v>
                </c:pt>
                <c:pt idx="82">
                  <c:v>1E-3</c:v>
                </c:pt>
                <c:pt idx="83">
                  <c:v>1E-3</c:v>
                </c:pt>
                <c:pt idx="84">
                  <c:v>1E-3</c:v>
                </c:pt>
                <c:pt idx="85">
                  <c:v>1E-3</c:v>
                </c:pt>
                <c:pt idx="86">
                  <c:v>1E-3</c:v>
                </c:pt>
                <c:pt idx="87">
                  <c:v>1E-3</c:v>
                </c:pt>
                <c:pt idx="88">
                  <c:v>1E-3</c:v>
                </c:pt>
                <c:pt idx="89">
                  <c:v>1E-3</c:v>
                </c:pt>
                <c:pt idx="90">
                  <c:v>1E-3</c:v>
                </c:pt>
                <c:pt idx="91">
                  <c:v>1E-3</c:v>
                </c:pt>
                <c:pt idx="92">
                  <c:v>1E-3</c:v>
                </c:pt>
                <c:pt idx="93">
                  <c:v>1E-3</c:v>
                </c:pt>
                <c:pt idx="94">
                  <c:v>1E-3</c:v>
                </c:pt>
                <c:pt idx="95">
                  <c:v>1E-3</c:v>
                </c:pt>
                <c:pt idx="96">
                  <c:v>1E-3</c:v>
                </c:pt>
                <c:pt idx="97">
                  <c:v>1E-3</c:v>
                </c:pt>
                <c:pt idx="98">
                  <c:v>1E-3</c:v>
                </c:pt>
                <c:pt idx="99">
                  <c:v>1E-3</c:v>
                </c:pt>
                <c:pt idx="100">
                  <c:v>1E-3</c:v>
                </c:pt>
                <c:pt idx="101">
                  <c:v>1E-3</c:v>
                </c:pt>
                <c:pt idx="102">
                  <c:v>1E-3</c:v>
                </c:pt>
                <c:pt idx="103">
                  <c:v>1E-3</c:v>
                </c:pt>
                <c:pt idx="104">
                  <c:v>1E-3</c:v>
                </c:pt>
                <c:pt idx="105">
                  <c:v>1E-3</c:v>
                </c:pt>
                <c:pt idx="106">
                  <c:v>1E-3</c:v>
                </c:pt>
                <c:pt idx="107">
                  <c:v>1E-3</c:v>
                </c:pt>
                <c:pt idx="108">
                  <c:v>1E-3</c:v>
                </c:pt>
                <c:pt idx="109">
                  <c:v>1E-3</c:v>
                </c:pt>
                <c:pt idx="110">
                  <c:v>1E-3</c:v>
                </c:pt>
                <c:pt idx="111">
                  <c:v>1E-3</c:v>
                </c:pt>
                <c:pt idx="112">
                  <c:v>1E-3</c:v>
                </c:pt>
                <c:pt idx="113">
                  <c:v>1E-3</c:v>
                </c:pt>
                <c:pt idx="114">
                  <c:v>1E-3</c:v>
                </c:pt>
                <c:pt idx="115">
                  <c:v>1E-3</c:v>
                </c:pt>
                <c:pt idx="116">
                  <c:v>1E-3</c:v>
                </c:pt>
                <c:pt idx="117">
                  <c:v>1E-3</c:v>
                </c:pt>
                <c:pt idx="118">
                  <c:v>1E-3</c:v>
                </c:pt>
                <c:pt idx="119">
                  <c:v>1E-3</c:v>
                </c:pt>
                <c:pt idx="120">
                  <c:v>1E-3</c:v>
                </c:pt>
                <c:pt idx="121">
                  <c:v>1E-3</c:v>
                </c:pt>
                <c:pt idx="122">
                  <c:v>1E-3</c:v>
                </c:pt>
                <c:pt idx="123">
                  <c:v>1E-3</c:v>
                </c:pt>
                <c:pt idx="124">
                  <c:v>1E-3</c:v>
                </c:pt>
                <c:pt idx="125">
                  <c:v>1E-3</c:v>
                </c:pt>
                <c:pt idx="126">
                  <c:v>1E-3</c:v>
                </c:pt>
                <c:pt idx="127">
                  <c:v>1E-3</c:v>
                </c:pt>
                <c:pt idx="128">
                  <c:v>1E-3</c:v>
                </c:pt>
                <c:pt idx="129">
                  <c:v>1E-3</c:v>
                </c:pt>
                <c:pt idx="130">
                  <c:v>1E-3</c:v>
                </c:pt>
                <c:pt idx="131">
                  <c:v>1E-3</c:v>
                </c:pt>
                <c:pt idx="132">
                  <c:v>1E-3</c:v>
                </c:pt>
                <c:pt idx="133">
                  <c:v>1E-3</c:v>
                </c:pt>
                <c:pt idx="134">
                  <c:v>1E-3</c:v>
                </c:pt>
                <c:pt idx="135">
                  <c:v>1E-3</c:v>
                </c:pt>
                <c:pt idx="136">
                  <c:v>1E-3</c:v>
                </c:pt>
                <c:pt idx="137">
                  <c:v>1E-3</c:v>
                </c:pt>
                <c:pt idx="138">
                  <c:v>1E-3</c:v>
                </c:pt>
                <c:pt idx="139">
                  <c:v>1E-3</c:v>
                </c:pt>
                <c:pt idx="140">
                  <c:v>1E-3</c:v>
                </c:pt>
                <c:pt idx="141">
                  <c:v>1E-3</c:v>
                </c:pt>
                <c:pt idx="142">
                  <c:v>1E-3</c:v>
                </c:pt>
                <c:pt idx="143">
                  <c:v>1E-3</c:v>
                </c:pt>
                <c:pt idx="144">
                  <c:v>1E-3</c:v>
                </c:pt>
                <c:pt idx="145">
                  <c:v>1E-3</c:v>
                </c:pt>
                <c:pt idx="146">
                  <c:v>1E-3</c:v>
                </c:pt>
                <c:pt idx="147">
                  <c:v>1E-3</c:v>
                </c:pt>
                <c:pt idx="148">
                  <c:v>1E-3</c:v>
                </c:pt>
                <c:pt idx="149">
                  <c:v>1E-3</c:v>
                </c:pt>
                <c:pt idx="150">
                  <c:v>1E-3</c:v>
                </c:pt>
                <c:pt idx="151">
                  <c:v>1E-3</c:v>
                </c:pt>
                <c:pt idx="152">
                  <c:v>1E-3</c:v>
                </c:pt>
                <c:pt idx="153">
                  <c:v>1E-3</c:v>
                </c:pt>
                <c:pt idx="154">
                  <c:v>1E-3</c:v>
                </c:pt>
                <c:pt idx="155">
                  <c:v>1E-3</c:v>
                </c:pt>
                <c:pt idx="156">
                  <c:v>1E-3</c:v>
                </c:pt>
                <c:pt idx="157">
                  <c:v>1E-3</c:v>
                </c:pt>
                <c:pt idx="158">
                  <c:v>1E-3</c:v>
                </c:pt>
                <c:pt idx="159">
                  <c:v>1E-3</c:v>
                </c:pt>
                <c:pt idx="160">
                  <c:v>1E-3</c:v>
                </c:pt>
                <c:pt idx="161">
                  <c:v>1E-3</c:v>
                </c:pt>
                <c:pt idx="162">
                  <c:v>1E-3</c:v>
                </c:pt>
                <c:pt idx="163">
                  <c:v>1E-3</c:v>
                </c:pt>
                <c:pt idx="164">
                  <c:v>1E-3</c:v>
                </c:pt>
                <c:pt idx="165">
                  <c:v>1E-3</c:v>
                </c:pt>
                <c:pt idx="166">
                  <c:v>1E-3</c:v>
                </c:pt>
                <c:pt idx="167">
                  <c:v>1E-3</c:v>
                </c:pt>
                <c:pt idx="168">
                  <c:v>1E-3</c:v>
                </c:pt>
                <c:pt idx="169">
                  <c:v>1E-3</c:v>
                </c:pt>
                <c:pt idx="170">
                  <c:v>1E-3</c:v>
                </c:pt>
                <c:pt idx="171">
                  <c:v>1E-3</c:v>
                </c:pt>
                <c:pt idx="172">
                  <c:v>1E-3</c:v>
                </c:pt>
                <c:pt idx="173">
                  <c:v>1E-3</c:v>
                </c:pt>
                <c:pt idx="174">
                  <c:v>1E-3</c:v>
                </c:pt>
                <c:pt idx="175">
                  <c:v>1E-3</c:v>
                </c:pt>
                <c:pt idx="176">
                  <c:v>1E-3</c:v>
                </c:pt>
                <c:pt idx="177">
                  <c:v>1E-3</c:v>
                </c:pt>
                <c:pt idx="178">
                  <c:v>1E-3</c:v>
                </c:pt>
                <c:pt idx="179">
                  <c:v>1E-3</c:v>
                </c:pt>
                <c:pt idx="180">
                  <c:v>1E-3</c:v>
                </c:pt>
                <c:pt idx="181">
                  <c:v>1E-3</c:v>
                </c:pt>
                <c:pt idx="182">
                  <c:v>1E-3</c:v>
                </c:pt>
                <c:pt idx="183">
                  <c:v>1E-3</c:v>
                </c:pt>
                <c:pt idx="184">
                  <c:v>1E-3</c:v>
                </c:pt>
                <c:pt idx="185">
                  <c:v>1E-3</c:v>
                </c:pt>
                <c:pt idx="186">
                  <c:v>1E-3</c:v>
                </c:pt>
                <c:pt idx="187">
                  <c:v>1E-3</c:v>
                </c:pt>
                <c:pt idx="188">
                  <c:v>1E-3</c:v>
                </c:pt>
                <c:pt idx="189">
                  <c:v>1E-3</c:v>
                </c:pt>
                <c:pt idx="190">
                  <c:v>1E-3</c:v>
                </c:pt>
                <c:pt idx="191">
                  <c:v>1E-3</c:v>
                </c:pt>
                <c:pt idx="192">
                  <c:v>1E-3</c:v>
                </c:pt>
                <c:pt idx="193">
                  <c:v>1E-3</c:v>
                </c:pt>
                <c:pt idx="194">
                  <c:v>1E-3</c:v>
                </c:pt>
                <c:pt idx="195">
                  <c:v>1E-3</c:v>
                </c:pt>
                <c:pt idx="196">
                  <c:v>1E-3</c:v>
                </c:pt>
                <c:pt idx="197">
                  <c:v>1E-3</c:v>
                </c:pt>
                <c:pt idx="198">
                  <c:v>1E-3</c:v>
                </c:pt>
                <c:pt idx="199">
                  <c:v>1E-3</c:v>
                </c:pt>
                <c:pt idx="200">
                  <c:v>1E-3</c:v>
                </c:pt>
                <c:pt idx="201">
                  <c:v>1E-3</c:v>
                </c:pt>
                <c:pt idx="202">
                  <c:v>1E-3</c:v>
                </c:pt>
                <c:pt idx="203">
                  <c:v>1E-3</c:v>
                </c:pt>
                <c:pt idx="204">
                  <c:v>1E-3</c:v>
                </c:pt>
                <c:pt idx="205">
                  <c:v>1E-3</c:v>
                </c:pt>
                <c:pt idx="206">
                  <c:v>1E-3</c:v>
                </c:pt>
                <c:pt idx="207">
                  <c:v>1E-3</c:v>
                </c:pt>
                <c:pt idx="208">
                  <c:v>1E-3</c:v>
                </c:pt>
                <c:pt idx="209">
                  <c:v>1E-3</c:v>
                </c:pt>
                <c:pt idx="210">
                  <c:v>1E-3</c:v>
                </c:pt>
                <c:pt idx="211">
                  <c:v>1E-3</c:v>
                </c:pt>
                <c:pt idx="212">
                  <c:v>1E-3</c:v>
                </c:pt>
                <c:pt idx="213">
                  <c:v>1E-3</c:v>
                </c:pt>
                <c:pt idx="214">
                  <c:v>1E-3</c:v>
                </c:pt>
                <c:pt idx="215">
                  <c:v>1E-3</c:v>
                </c:pt>
                <c:pt idx="216">
                  <c:v>1E-3</c:v>
                </c:pt>
                <c:pt idx="217">
                  <c:v>1E-3</c:v>
                </c:pt>
                <c:pt idx="218">
                  <c:v>1E-3</c:v>
                </c:pt>
                <c:pt idx="219">
                  <c:v>1E-3</c:v>
                </c:pt>
                <c:pt idx="220">
                  <c:v>1E-3</c:v>
                </c:pt>
                <c:pt idx="221">
                  <c:v>1E-3</c:v>
                </c:pt>
                <c:pt idx="222">
                  <c:v>1E-3</c:v>
                </c:pt>
                <c:pt idx="223">
                  <c:v>1E-3</c:v>
                </c:pt>
                <c:pt idx="224">
                  <c:v>1E-3</c:v>
                </c:pt>
                <c:pt idx="225">
                  <c:v>1E-3</c:v>
                </c:pt>
                <c:pt idx="226">
                  <c:v>1E-3</c:v>
                </c:pt>
                <c:pt idx="227">
                  <c:v>1E-3</c:v>
                </c:pt>
                <c:pt idx="228">
                  <c:v>1E-3</c:v>
                </c:pt>
                <c:pt idx="229">
                  <c:v>1E-3</c:v>
                </c:pt>
                <c:pt idx="230">
                  <c:v>1E-3</c:v>
                </c:pt>
                <c:pt idx="231">
                  <c:v>1E-3</c:v>
                </c:pt>
                <c:pt idx="232">
                  <c:v>1E-3</c:v>
                </c:pt>
                <c:pt idx="233">
                  <c:v>1E-3</c:v>
                </c:pt>
                <c:pt idx="234">
                  <c:v>1E-3</c:v>
                </c:pt>
                <c:pt idx="235">
                  <c:v>1E-3</c:v>
                </c:pt>
                <c:pt idx="236">
                  <c:v>1E-3</c:v>
                </c:pt>
                <c:pt idx="237">
                  <c:v>1E-3</c:v>
                </c:pt>
                <c:pt idx="238">
                  <c:v>1E-3</c:v>
                </c:pt>
                <c:pt idx="239">
                  <c:v>1E-3</c:v>
                </c:pt>
                <c:pt idx="240">
                  <c:v>1E-3</c:v>
                </c:pt>
                <c:pt idx="241">
                  <c:v>1E-3</c:v>
                </c:pt>
                <c:pt idx="242">
                  <c:v>1E-3</c:v>
                </c:pt>
                <c:pt idx="243">
                  <c:v>1E-3</c:v>
                </c:pt>
                <c:pt idx="244">
                  <c:v>1E-3</c:v>
                </c:pt>
                <c:pt idx="245">
                  <c:v>1E-3</c:v>
                </c:pt>
                <c:pt idx="246">
                  <c:v>1E-3</c:v>
                </c:pt>
                <c:pt idx="247">
                  <c:v>1E-3</c:v>
                </c:pt>
                <c:pt idx="248">
                  <c:v>1E-3</c:v>
                </c:pt>
                <c:pt idx="249">
                  <c:v>1E-3</c:v>
                </c:pt>
                <c:pt idx="250">
                  <c:v>1E-3</c:v>
                </c:pt>
                <c:pt idx="251">
                  <c:v>1E-3</c:v>
                </c:pt>
                <c:pt idx="252">
                  <c:v>1E-3</c:v>
                </c:pt>
                <c:pt idx="253">
                  <c:v>1E-3</c:v>
                </c:pt>
                <c:pt idx="254">
                  <c:v>1E-3</c:v>
                </c:pt>
                <c:pt idx="255">
                  <c:v>1E-3</c:v>
                </c:pt>
                <c:pt idx="256">
                  <c:v>1E-3</c:v>
                </c:pt>
                <c:pt idx="257">
                  <c:v>1E-3</c:v>
                </c:pt>
                <c:pt idx="258">
                  <c:v>1E-3</c:v>
                </c:pt>
                <c:pt idx="259">
                  <c:v>1E-3</c:v>
                </c:pt>
                <c:pt idx="260">
                  <c:v>1E-3</c:v>
                </c:pt>
                <c:pt idx="261">
                  <c:v>1E-3</c:v>
                </c:pt>
                <c:pt idx="262">
                  <c:v>1E-3</c:v>
                </c:pt>
                <c:pt idx="263">
                  <c:v>1E-3</c:v>
                </c:pt>
                <c:pt idx="264">
                  <c:v>1E-3</c:v>
                </c:pt>
                <c:pt idx="265">
                  <c:v>1E-3</c:v>
                </c:pt>
                <c:pt idx="266">
                  <c:v>1E-3</c:v>
                </c:pt>
                <c:pt idx="267">
                  <c:v>1E-3</c:v>
                </c:pt>
                <c:pt idx="268">
                  <c:v>1E-3</c:v>
                </c:pt>
                <c:pt idx="269">
                  <c:v>1E-3</c:v>
                </c:pt>
                <c:pt idx="270">
                  <c:v>1E-3</c:v>
                </c:pt>
                <c:pt idx="271">
                  <c:v>1E-3</c:v>
                </c:pt>
                <c:pt idx="272">
                  <c:v>1E-3</c:v>
                </c:pt>
                <c:pt idx="273">
                  <c:v>1E-3</c:v>
                </c:pt>
                <c:pt idx="274">
                  <c:v>1E-3</c:v>
                </c:pt>
                <c:pt idx="275">
                  <c:v>1E-3</c:v>
                </c:pt>
                <c:pt idx="276">
                  <c:v>1E-3</c:v>
                </c:pt>
                <c:pt idx="277">
                  <c:v>1E-3</c:v>
                </c:pt>
                <c:pt idx="278">
                  <c:v>1E-3</c:v>
                </c:pt>
                <c:pt idx="279">
                  <c:v>1E-3</c:v>
                </c:pt>
                <c:pt idx="280">
                  <c:v>1E-3</c:v>
                </c:pt>
                <c:pt idx="281">
                  <c:v>1E-3</c:v>
                </c:pt>
                <c:pt idx="282">
                  <c:v>1E-3</c:v>
                </c:pt>
                <c:pt idx="283">
                  <c:v>1E-3</c:v>
                </c:pt>
                <c:pt idx="284">
                  <c:v>1E-3</c:v>
                </c:pt>
                <c:pt idx="285">
                  <c:v>1E-3</c:v>
                </c:pt>
                <c:pt idx="286">
                  <c:v>1E-3</c:v>
                </c:pt>
                <c:pt idx="287">
                  <c:v>1E-3</c:v>
                </c:pt>
                <c:pt idx="288">
                  <c:v>1E-3</c:v>
                </c:pt>
                <c:pt idx="289">
                  <c:v>1E-3</c:v>
                </c:pt>
                <c:pt idx="290">
                  <c:v>1E-3</c:v>
                </c:pt>
                <c:pt idx="291">
                  <c:v>1E-3</c:v>
                </c:pt>
                <c:pt idx="292">
                  <c:v>1E-3</c:v>
                </c:pt>
                <c:pt idx="293">
                  <c:v>1E-3</c:v>
                </c:pt>
                <c:pt idx="294">
                  <c:v>1E-3</c:v>
                </c:pt>
                <c:pt idx="295">
                  <c:v>1E-3</c:v>
                </c:pt>
                <c:pt idx="296">
                  <c:v>1E-3</c:v>
                </c:pt>
                <c:pt idx="297">
                  <c:v>1E-3</c:v>
                </c:pt>
                <c:pt idx="298">
                  <c:v>1E-3</c:v>
                </c:pt>
                <c:pt idx="299">
                  <c:v>1E-3</c:v>
                </c:pt>
                <c:pt idx="300">
                  <c:v>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ED0-4903-B738-22C46D100D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57685840"/>
        <c:axId val="757679120"/>
      </c:scatterChart>
      <c:valAx>
        <c:axId val="7576858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57679120"/>
        <c:crosses val="autoZero"/>
        <c:crossBetween val="midCat"/>
      </c:valAx>
      <c:valAx>
        <c:axId val="757679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5768584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scatterChart>
        <c:scatterStyle val="lineMarker"/>
        <c:varyColors val="0"/>
        <c:ser>
          <c:idx val="2"/>
          <c:order val="0"/>
          <c:tx>
            <c:strRef>
              <c:f>inp_bind_001_k_change_11_k_all!$D$1</c:f>
              <c:strCache>
                <c:ptCount val="1"/>
                <c:pt idx="0">
                  <c:v>k_rC_130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inp_bind_001_k_change_11_k_all!$A$2:$A$302</c:f>
              <c:numCache>
                <c:formatCode>General</c:formatCode>
                <c:ptCount val="301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  <c:pt idx="101">
                  <c:v>10100</c:v>
                </c:pt>
                <c:pt idx="102">
                  <c:v>10200</c:v>
                </c:pt>
                <c:pt idx="103">
                  <c:v>10300</c:v>
                </c:pt>
                <c:pt idx="104">
                  <c:v>10400</c:v>
                </c:pt>
                <c:pt idx="105">
                  <c:v>10500</c:v>
                </c:pt>
                <c:pt idx="106">
                  <c:v>10600</c:v>
                </c:pt>
                <c:pt idx="107">
                  <c:v>10700</c:v>
                </c:pt>
                <c:pt idx="108">
                  <c:v>10800</c:v>
                </c:pt>
                <c:pt idx="109">
                  <c:v>10900</c:v>
                </c:pt>
                <c:pt idx="110">
                  <c:v>11000</c:v>
                </c:pt>
                <c:pt idx="111">
                  <c:v>11100</c:v>
                </c:pt>
                <c:pt idx="112">
                  <c:v>11200</c:v>
                </c:pt>
                <c:pt idx="113">
                  <c:v>11300</c:v>
                </c:pt>
                <c:pt idx="114">
                  <c:v>11400</c:v>
                </c:pt>
                <c:pt idx="115">
                  <c:v>11500</c:v>
                </c:pt>
                <c:pt idx="116">
                  <c:v>11600</c:v>
                </c:pt>
                <c:pt idx="117">
                  <c:v>11700</c:v>
                </c:pt>
                <c:pt idx="118">
                  <c:v>11800</c:v>
                </c:pt>
                <c:pt idx="119">
                  <c:v>11900</c:v>
                </c:pt>
                <c:pt idx="120">
                  <c:v>12000</c:v>
                </c:pt>
                <c:pt idx="121">
                  <c:v>12100</c:v>
                </c:pt>
                <c:pt idx="122">
                  <c:v>12200</c:v>
                </c:pt>
                <c:pt idx="123">
                  <c:v>12300</c:v>
                </c:pt>
                <c:pt idx="124">
                  <c:v>12400</c:v>
                </c:pt>
                <c:pt idx="125">
                  <c:v>12500</c:v>
                </c:pt>
                <c:pt idx="126">
                  <c:v>12600</c:v>
                </c:pt>
                <c:pt idx="127">
                  <c:v>12700</c:v>
                </c:pt>
                <c:pt idx="128">
                  <c:v>12800</c:v>
                </c:pt>
                <c:pt idx="129">
                  <c:v>12900</c:v>
                </c:pt>
                <c:pt idx="130">
                  <c:v>13000</c:v>
                </c:pt>
                <c:pt idx="131">
                  <c:v>13100</c:v>
                </c:pt>
                <c:pt idx="132">
                  <c:v>13200</c:v>
                </c:pt>
                <c:pt idx="133">
                  <c:v>13300</c:v>
                </c:pt>
                <c:pt idx="134">
                  <c:v>13400</c:v>
                </c:pt>
                <c:pt idx="135">
                  <c:v>13500</c:v>
                </c:pt>
                <c:pt idx="136">
                  <c:v>13600</c:v>
                </c:pt>
                <c:pt idx="137">
                  <c:v>13700</c:v>
                </c:pt>
                <c:pt idx="138">
                  <c:v>13800</c:v>
                </c:pt>
                <c:pt idx="139">
                  <c:v>13900</c:v>
                </c:pt>
                <c:pt idx="140">
                  <c:v>14000</c:v>
                </c:pt>
                <c:pt idx="141">
                  <c:v>14100</c:v>
                </c:pt>
                <c:pt idx="142">
                  <c:v>14200</c:v>
                </c:pt>
                <c:pt idx="143">
                  <c:v>14300</c:v>
                </c:pt>
                <c:pt idx="144">
                  <c:v>14400</c:v>
                </c:pt>
                <c:pt idx="145">
                  <c:v>14500</c:v>
                </c:pt>
                <c:pt idx="146">
                  <c:v>14600</c:v>
                </c:pt>
                <c:pt idx="147">
                  <c:v>14700</c:v>
                </c:pt>
                <c:pt idx="148">
                  <c:v>14800</c:v>
                </c:pt>
                <c:pt idx="149">
                  <c:v>14900</c:v>
                </c:pt>
                <c:pt idx="150">
                  <c:v>15000</c:v>
                </c:pt>
                <c:pt idx="151">
                  <c:v>15100</c:v>
                </c:pt>
                <c:pt idx="152">
                  <c:v>15200</c:v>
                </c:pt>
                <c:pt idx="153">
                  <c:v>15300</c:v>
                </c:pt>
                <c:pt idx="154">
                  <c:v>15400</c:v>
                </c:pt>
                <c:pt idx="155">
                  <c:v>15500</c:v>
                </c:pt>
                <c:pt idx="156">
                  <c:v>15600</c:v>
                </c:pt>
                <c:pt idx="157">
                  <c:v>15700</c:v>
                </c:pt>
                <c:pt idx="158">
                  <c:v>15800</c:v>
                </c:pt>
                <c:pt idx="159">
                  <c:v>15900</c:v>
                </c:pt>
                <c:pt idx="160">
                  <c:v>16000</c:v>
                </c:pt>
                <c:pt idx="161">
                  <c:v>16100</c:v>
                </c:pt>
                <c:pt idx="162">
                  <c:v>16200</c:v>
                </c:pt>
                <c:pt idx="163">
                  <c:v>16300</c:v>
                </c:pt>
                <c:pt idx="164">
                  <c:v>16400</c:v>
                </c:pt>
                <c:pt idx="165">
                  <c:v>16500</c:v>
                </c:pt>
                <c:pt idx="166">
                  <c:v>16600</c:v>
                </c:pt>
                <c:pt idx="167">
                  <c:v>16700</c:v>
                </c:pt>
                <c:pt idx="168">
                  <c:v>16800</c:v>
                </c:pt>
                <c:pt idx="169">
                  <c:v>16900</c:v>
                </c:pt>
                <c:pt idx="170">
                  <c:v>17000</c:v>
                </c:pt>
                <c:pt idx="171">
                  <c:v>17100</c:v>
                </c:pt>
                <c:pt idx="172">
                  <c:v>17200</c:v>
                </c:pt>
                <c:pt idx="173">
                  <c:v>17300</c:v>
                </c:pt>
                <c:pt idx="174">
                  <c:v>17400</c:v>
                </c:pt>
                <c:pt idx="175">
                  <c:v>17500</c:v>
                </c:pt>
                <c:pt idx="176">
                  <c:v>17600</c:v>
                </c:pt>
                <c:pt idx="177">
                  <c:v>17700</c:v>
                </c:pt>
                <c:pt idx="178">
                  <c:v>17800</c:v>
                </c:pt>
                <c:pt idx="179">
                  <c:v>17900</c:v>
                </c:pt>
                <c:pt idx="180">
                  <c:v>18000</c:v>
                </c:pt>
                <c:pt idx="181">
                  <c:v>18100</c:v>
                </c:pt>
                <c:pt idx="182">
                  <c:v>18200</c:v>
                </c:pt>
                <c:pt idx="183">
                  <c:v>18300</c:v>
                </c:pt>
                <c:pt idx="184">
                  <c:v>18400</c:v>
                </c:pt>
                <c:pt idx="185">
                  <c:v>18500</c:v>
                </c:pt>
                <c:pt idx="186">
                  <c:v>18600</c:v>
                </c:pt>
                <c:pt idx="187">
                  <c:v>18700</c:v>
                </c:pt>
                <c:pt idx="188">
                  <c:v>18800</c:v>
                </c:pt>
                <c:pt idx="189">
                  <c:v>18900</c:v>
                </c:pt>
                <c:pt idx="190">
                  <c:v>19000</c:v>
                </c:pt>
                <c:pt idx="191">
                  <c:v>19100</c:v>
                </c:pt>
                <c:pt idx="192">
                  <c:v>19200</c:v>
                </c:pt>
                <c:pt idx="193">
                  <c:v>19300</c:v>
                </c:pt>
                <c:pt idx="194">
                  <c:v>19400</c:v>
                </c:pt>
                <c:pt idx="195">
                  <c:v>19500</c:v>
                </c:pt>
                <c:pt idx="196">
                  <c:v>19600</c:v>
                </c:pt>
                <c:pt idx="197">
                  <c:v>19700</c:v>
                </c:pt>
                <c:pt idx="198">
                  <c:v>19800</c:v>
                </c:pt>
                <c:pt idx="199">
                  <c:v>19900</c:v>
                </c:pt>
                <c:pt idx="200">
                  <c:v>20000</c:v>
                </c:pt>
                <c:pt idx="201">
                  <c:v>20100</c:v>
                </c:pt>
                <c:pt idx="202">
                  <c:v>20200</c:v>
                </c:pt>
                <c:pt idx="203">
                  <c:v>20300</c:v>
                </c:pt>
                <c:pt idx="204">
                  <c:v>20400</c:v>
                </c:pt>
                <c:pt idx="205">
                  <c:v>20500</c:v>
                </c:pt>
                <c:pt idx="206">
                  <c:v>20600</c:v>
                </c:pt>
                <c:pt idx="207">
                  <c:v>20700</c:v>
                </c:pt>
                <c:pt idx="208">
                  <c:v>20800</c:v>
                </c:pt>
                <c:pt idx="209">
                  <c:v>20900</c:v>
                </c:pt>
                <c:pt idx="210">
                  <c:v>21000</c:v>
                </c:pt>
                <c:pt idx="211">
                  <c:v>21100</c:v>
                </c:pt>
                <c:pt idx="212">
                  <c:v>21200</c:v>
                </c:pt>
                <c:pt idx="213">
                  <c:v>21300</c:v>
                </c:pt>
                <c:pt idx="214">
                  <c:v>21400</c:v>
                </c:pt>
                <c:pt idx="215">
                  <c:v>21500</c:v>
                </c:pt>
                <c:pt idx="216">
                  <c:v>21600</c:v>
                </c:pt>
                <c:pt idx="217">
                  <c:v>21700</c:v>
                </c:pt>
                <c:pt idx="218">
                  <c:v>21800</c:v>
                </c:pt>
                <c:pt idx="219">
                  <c:v>21900</c:v>
                </c:pt>
                <c:pt idx="220">
                  <c:v>22000</c:v>
                </c:pt>
                <c:pt idx="221">
                  <c:v>22100</c:v>
                </c:pt>
                <c:pt idx="222">
                  <c:v>22200</c:v>
                </c:pt>
                <c:pt idx="223">
                  <c:v>22300</c:v>
                </c:pt>
                <c:pt idx="224">
                  <c:v>22400</c:v>
                </c:pt>
                <c:pt idx="225">
                  <c:v>22500</c:v>
                </c:pt>
                <c:pt idx="226">
                  <c:v>22600</c:v>
                </c:pt>
                <c:pt idx="227">
                  <c:v>22700</c:v>
                </c:pt>
                <c:pt idx="228">
                  <c:v>22800</c:v>
                </c:pt>
                <c:pt idx="229">
                  <c:v>22900</c:v>
                </c:pt>
                <c:pt idx="230">
                  <c:v>23000</c:v>
                </c:pt>
                <c:pt idx="231">
                  <c:v>23100</c:v>
                </c:pt>
                <c:pt idx="232">
                  <c:v>23200</c:v>
                </c:pt>
                <c:pt idx="233">
                  <c:v>23300</c:v>
                </c:pt>
                <c:pt idx="234">
                  <c:v>23400</c:v>
                </c:pt>
                <c:pt idx="235">
                  <c:v>23500</c:v>
                </c:pt>
                <c:pt idx="236">
                  <c:v>23600</c:v>
                </c:pt>
                <c:pt idx="237">
                  <c:v>23700</c:v>
                </c:pt>
                <c:pt idx="238">
                  <c:v>23800</c:v>
                </c:pt>
                <c:pt idx="239">
                  <c:v>23900</c:v>
                </c:pt>
                <c:pt idx="240">
                  <c:v>24000</c:v>
                </c:pt>
                <c:pt idx="241">
                  <c:v>24100</c:v>
                </c:pt>
                <c:pt idx="242">
                  <c:v>24200</c:v>
                </c:pt>
                <c:pt idx="243">
                  <c:v>24300</c:v>
                </c:pt>
                <c:pt idx="244">
                  <c:v>24400</c:v>
                </c:pt>
                <c:pt idx="245">
                  <c:v>24500</c:v>
                </c:pt>
                <c:pt idx="246">
                  <c:v>24600</c:v>
                </c:pt>
                <c:pt idx="247">
                  <c:v>24700</c:v>
                </c:pt>
                <c:pt idx="248">
                  <c:v>24800</c:v>
                </c:pt>
                <c:pt idx="249">
                  <c:v>24900</c:v>
                </c:pt>
                <c:pt idx="250">
                  <c:v>25000</c:v>
                </c:pt>
                <c:pt idx="251">
                  <c:v>25100</c:v>
                </c:pt>
                <c:pt idx="252">
                  <c:v>25200</c:v>
                </c:pt>
                <c:pt idx="253">
                  <c:v>25300</c:v>
                </c:pt>
                <c:pt idx="254">
                  <c:v>25400</c:v>
                </c:pt>
                <c:pt idx="255">
                  <c:v>25500</c:v>
                </c:pt>
                <c:pt idx="256">
                  <c:v>25600</c:v>
                </c:pt>
                <c:pt idx="257">
                  <c:v>25700</c:v>
                </c:pt>
                <c:pt idx="258">
                  <c:v>25800</c:v>
                </c:pt>
                <c:pt idx="259">
                  <c:v>25900</c:v>
                </c:pt>
                <c:pt idx="260">
                  <c:v>26000</c:v>
                </c:pt>
                <c:pt idx="261">
                  <c:v>26100</c:v>
                </c:pt>
                <c:pt idx="262">
                  <c:v>26200</c:v>
                </c:pt>
                <c:pt idx="263">
                  <c:v>26300</c:v>
                </c:pt>
                <c:pt idx="264">
                  <c:v>26400</c:v>
                </c:pt>
                <c:pt idx="265">
                  <c:v>26500</c:v>
                </c:pt>
                <c:pt idx="266">
                  <c:v>26600</c:v>
                </c:pt>
                <c:pt idx="267">
                  <c:v>26700</c:v>
                </c:pt>
                <c:pt idx="268">
                  <c:v>26800</c:v>
                </c:pt>
                <c:pt idx="269">
                  <c:v>26900</c:v>
                </c:pt>
                <c:pt idx="270">
                  <c:v>27000</c:v>
                </c:pt>
                <c:pt idx="271">
                  <c:v>27100</c:v>
                </c:pt>
                <c:pt idx="272">
                  <c:v>27200</c:v>
                </c:pt>
                <c:pt idx="273">
                  <c:v>27300</c:v>
                </c:pt>
                <c:pt idx="274">
                  <c:v>27400</c:v>
                </c:pt>
                <c:pt idx="275">
                  <c:v>27500</c:v>
                </c:pt>
                <c:pt idx="276">
                  <c:v>27600</c:v>
                </c:pt>
                <c:pt idx="277">
                  <c:v>27700</c:v>
                </c:pt>
                <c:pt idx="278">
                  <c:v>27800</c:v>
                </c:pt>
                <c:pt idx="279">
                  <c:v>27900</c:v>
                </c:pt>
                <c:pt idx="280">
                  <c:v>28000</c:v>
                </c:pt>
                <c:pt idx="281">
                  <c:v>28100</c:v>
                </c:pt>
                <c:pt idx="282">
                  <c:v>28200</c:v>
                </c:pt>
                <c:pt idx="283">
                  <c:v>28300</c:v>
                </c:pt>
                <c:pt idx="284">
                  <c:v>28400</c:v>
                </c:pt>
                <c:pt idx="285">
                  <c:v>28500</c:v>
                </c:pt>
                <c:pt idx="286">
                  <c:v>28600</c:v>
                </c:pt>
                <c:pt idx="287">
                  <c:v>28700</c:v>
                </c:pt>
                <c:pt idx="288">
                  <c:v>28800</c:v>
                </c:pt>
                <c:pt idx="289">
                  <c:v>28900</c:v>
                </c:pt>
                <c:pt idx="290">
                  <c:v>29000</c:v>
                </c:pt>
                <c:pt idx="291">
                  <c:v>29100</c:v>
                </c:pt>
                <c:pt idx="292">
                  <c:v>29200</c:v>
                </c:pt>
                <c:pt idx="293">
                  <c:v>29300</c:v>
                </c:pt>
                <c:pt idx="294">
                  <c:v>29400</c:v>
                </c:pt>
                <c:pt idx="295">
                  <c:v>29500</c:v>
                </c:pt>
                <c:pt idx="296">
                  <c:v>29600</c:v>
                </c:pt>
                <c:pt idx="297">
                  <c:v>29700</c:v>
                </c:pt>
                <c:pt idx="298">
                  <c:v>29800</c:v>
                </c:pt>
                <c:pt idx="299">
                  <c:v>29900</c:v>
                </c:pt>
                <c:pt idx="300">
                  <c:v>30000</c:v>
                </c:pt>
              </c:numCache>
            </c:numRef>
          </c:xVal>
          <c:yVal>
            <c:numRef>
              <c:f>inp_bind_001_k_change_11_k_all!$D$2:$D$302</c:f>
              <c:numCache>
                <c:formatCode>General</c:formatCode>
                <c:ptCount val="301"/>
                <c:pt idx="0">
                  <c:v>0.01</c:v>
                </c:pt>
                <c:pt idx="1">
                  <c:v>1.1124999999999999E-2</c:v>
                </c:pt>
                <c:pt idx="2">
                  <c:v>1.225E-2</c:v>
                </c:pt>
                <c:pt idx="3">
                  <c:v>1.3375E-2</c:v>
                </c:pt>
                <c:pt idx="4">
                  <c:v>1.4500000000000001E-2</c:v>
                </c:pt>
                <c:pt idx="5">
                  <c:v>1.5625E-2</c:v>
                </c:pt>
                <c:pt idx="6">
                  <c:v>1.6750000000000001E-2</c:v>
                </c:pt>
                <c:pt idx="7">
                  <c:v>1.7874999999999999E-2</c:v>
                </c:pt>
                <c:pt idx="8">
                  <c:v>1.9E-2</c:v>
                </c:pt>
                <c:pt idx="9">
                  <c:v>2.0125000000000001E-2</c:v>
                </c:pt>
                <c:pt idx="10">
                  <c:v>2.1250000000000002E-2</c:v>
                </c:pt>
                <c:pt idx="11">
                  <c:v>2.2374999999999999E-2</c:v>
                </c:pt>
                <c:pt idx="12">
                  <c:v>2.35E-2</c:v>
                </c:pt>
                <c:pt idx="13">
                  <c:v>2.4625000000000001E-2</c:v>
                </c:pt>
                <c:pt idx="14">
                  <c:v>2.5749999999999999E-2</c:v>
                </c:pt>
                <c:pt idx="15">
                  <c:v>2.6875E-2</c:v>
                </c:pt>
                <c:pt idx="16">
                  <c:v>2.8000000000000001E-2</c:v>
                </c:pt>
                <c:pt idx="17">
                  <c:v>2.9125000000000002E-2</c:v>
                </c:pt>
                <c:pt idx="18">
                  <c:v>3.0249999999999999E-2</c:v>
                </c:pt>
                <c:pt idx="19">
                  <c:v>3.1375E-2</c:v>
                </c:pt>
                <c:pt idx="20">
                  <c:v>3.2500000000000001E-2</c:v>
                </c:pt>
                <c:pt idx="21">
                  <c:v>3.3625000000000002E-2</c:v>
                </c:pt>
                <c:pt idx="22">
                  <c:v>3.4750000000000003E-2</c:v>
                </c:pt>
                <c:pt idx="23">
                  <c:v>3.5874999999999997E-2</c:v>
                </c:pt>
                <c:pt idx="24">
                  <c:v>3.6999999999999998E-2</c:v>
                </c:pt>
                <c:pt idx="25">
                  <c:v>3.8124999999999999E-2</c:v>
                </c:pt>
                <c:pt idx="26">
                  <c:v>3.925E-2</c:v>
                </c:pt>
                <c:pt idx="27">
                  <c:v>4.0375000000000001E-2</c:v>
                </c:pt>
                <c:pt idx="28">
                  <c:v>4.1500000000000002E-2</c:v>
                </c:pt>
                <c:pt idx="29">
                  <c:v>4.2625000000000003E-2</c:v>
                </c:pt>
                <c:pt idx="30">
                  <c:v>4.3749999999999997E-2</c:v>
                </c:pt>
                <c:pt idx="31">
                  <c:v>4.4874999999999998E-2</c:v>
                </c:pt>
                <c:pt idx="32">
                  <c:v>4.5999999999999999E-2</c:v>
                </c:pt>
                <c:pt idx="33">
                  <c:v>4.7125E-2</c:v>
                </c:pt>
                <c:pt idx="34">
                  <c:v>4.8250000000000001E-2</c:v>
                </c:pt>
                <c:pt idx="35">
                  <c:v>4.9375000000000002E-2</c:v>
                </c:pt>
                <c:pt idx="36">
                  <c:v>5.0500000000000003E-2</c:v>
                </c:pt>
                <c:pt idx="37">
                  <c:v>5.1624999999999997E-2</c:v>
                </c:pt>
                <c:pt idx="38">
                  <c:v>5.2749999999999998E-2</c:v>
                </c:pt>
                <c:pt idx="39">
                  <c:v>5.3874999999999999E-2</c:v>
                </c:pt>
                <c:pt idx="40">
                  <c:v>5.5E-2</c:v>
                </c:pt>
                <c:pt idx="41">
                  <c:v>5.6125000000000001E-2</c:v>
                </c:pt>
                <c:pt idx="42">
                  <c:v>5.7250000000000002E-2</c:v>
                </c:pt>
                <c:pt idx="43">
                  <c:v>5.8375000000000003E-2</c:v>
                </c:pt>
                <c:pt idx="44">
                  <c:v>5.9499999999999997E-2</c:v>
                </c:pt>
                <c:pt idx="45">
                  <c:v>6.0624999999999998E-2</c:v>
                </c:pt>
                <c:pt idx="46">
                  <c:v>6.1749999999999999E-2</c:v>
                </c:pt>
                <c:pt idx="47">
                  <c:v>6.2875E-2</c:v>
                </c:pt>
                <c:pt idx="48">
                  <c:v>6.4000000000000001E-2</c:v>
                </c:pt>
                <c:pt idx="49">
                  <c:v>6.5125000000000002E-2</c:v>
                </c:pt>
                <c:pt idx="50">
                  <c:v>6.6250000000000003E-2</c:v>
                </c:pt>
                <c:pt idx="51">
                  <c:v>6.7375000000000004E-2</c:v>
                </c:pt>
                <c:pt idx="52">
                  <c:v>6.8500000000000005E-2</c:v>
                </c:pt>
                <c:pt idx="53">
                  <c:v>6.9625000000000006E-2</c:v>
                </c:pt>
                <c:pt idx="54">
                  <c:v>7.0749999999999993E-2</c:v>
                </c:pt>
                <c:pt idx="55">
                  <c:v>7.1874999999999994E-2</c:v>
                </c:pt>
                <c:pt idx="56">
                  <c:v>7.2999999999999995E-2</c:v>
                </c:pt>
                <c:pt idx="57">
                  <c:v>7.4124999999999996E-2</c:v>
                </c:pt>
                <c:pt idx="58">
                  <c:v>7.5249999999999997E-2</c:v>
                </c:pt>
                <c:pt idx="59">
                  <c:v>7.6374999999999998E-2</c:v>
                </c:pt>
                <c:pt idx="60">
                  <c:v>7.7499999999999999E-2</c:v>
                </c:pt>
                <c:pt idx="61">
                  <c:v>7.8625E-2</c:v>
                </c:pt>
                <c:pt idx="62">
                  <c:v>7.9750000000000001E-2</c:v>
                </c:pt>
                <c:pt idx="63">
                  <c:v>8.0875000000000002E-2</c:v>
                </c:pt>
                <c:pt idx="64">
                  <c:v>8.2000000000000003E-2</c:v>
                </c:pt>
                <c:pt idx="65">
                  <c:v>8.3125000000000004E-2</c:v>
                </c:pt>
                <c:pt idx="66">
                  <c:v>8.4250000000000005E-2</c:v>
                </c:pt>
                <c:pt idx="67">
                  <c:v>8.5375000000000006E-2</c:v>
                </c:pt>
                <c:pt idx="68">
                  <c:v>8.6499999999999994E-2</c:v>
                </c:pt>
                <c:pt idx="69">
                  <c:v>8.7624999999999995E-2</c:v>
                </c:pt>
                <c:pt idx="70">
                  <c:v>8.8749999999999996E-2</c:v>
                </c:pt>
                <c:pt idx="71">
                  <c:v>8.9874999999999997E-2</c:v>
                </c:pt>
                <c:pt idx="72">
                  <c:v>9.0999999999999998E-2</c:v>
                </c:pt>
                <c:pt idx="73">
                  <c:v>9.2124999999999999E-2</c:v>
                </c:pt>
                <c:pt idx="74">
                  <c:v>9.325E-2</c:v>
                </c:pt>
                <c:pt idx="75">
                  <c:v>9.4375000000000001E-2</c:v>
                </c:pt>
                <c:pt idx="76">
                  <c:v>9.5500000000000002E-2</c:v>
                </c:pt>
                <c:pt idx="77">
                  <c:v>9.6625000000000003E-2</c:v>
                </c:pt>
                <c:pt idx="78">
                  <c:v>9.7750000000000004E-2</c:v>
                </c:pt>
                <c:pt idx="79">
                  <c:v>9.8875000000000005E-2</c:v>
                </c:pt>
                <c:pt idx="80">
                  <c:v>0.1</c:v>
                </c:pt>
                <c:pt idx="81">
                  <c:v>0.1</c:v>
                </c:pt>
                <c:pt idx="82">
                  <c:v>0.1</c:v>
                </c:pt>
                <c:pt idx="83">
                  <c:v>0.1</c:v>
                </c:pt>
                <c:pt idx="84">
                  <c:v>0.1</c:v>
                </c:pt>
                <c:pt idx="85">
                  <c:v>0.1</c:v>
                </c:pt>
                <c:pt idx="86">
                  <c:v>0.1</c:v>
                </c:pt>
                <c:pt idx="87">
                  <c:v>0.1</c:v>
                </c:pt>
                <c:pt idx="88">
                  <c:v>0.1</c:v>
                </c:pt>
                <c:pt idx="89">
                  <c:v>0.1</c:v>
                </c:pt>
                <c:pt idx="90">
                  <c:v>0.1</c:v>
                </c:pt>
                <c:pt idx="91">
                  <c:v>0.1</c:v>
                </c:pt>
                <c:pt idx="92">
                  <c:v>0.1</c:v>
                </c:pt>
                <c:pt idx="93">
                  <c:v>0.1</c:v>
                </c:pt>
                <c:pt idx="94">
                  <c:v>0.1</c:v>
                </c:pt>
                <c:pt idx="95">
                  <c:v>0.1</c:v>
                </c:pt>
                <c:pt idx="96">
                  <c:v>0.1</c:v>
                </c:pt>
                <c:pt idx="97">
                  <c:v>0.1</c:v>
                </c:pt>
                <c:pt idx="98">
                  <c:v>0.1</c:v>
                </c:pt>
                <c:pt idx="99">
                  <c:v>0.1</c:v>
                </c:pt>
                <c:pt idx="100">
                  <c:v>0.1</c:v>
                </c:pt>
                <c:pt idx="101">
                  <c:v>0.1</c:v>
                </c:pt>
                <c:pt idx="102">
                  <c:v>0.1</c:v>
                </c:pt>
                <c:pt idx="103">
                  <c:v>0.1</c:v>
                </c:pt>
                <c:pt idx="104">
                  <c:v>0.1</c:v>
                </c:pt>
                <c:pt idx="105">
                  <c:v>0.1</c:v>
                </c:pt>
                <c:pt idx="106">
                  <c:v>0.1</c:v>
                </c:pt>
                <c:pt idx="107">
                  <c:v>0.1</c:v>
                </c:pt>
                <c:pt idx="108">
                  <c:v>0.1</c:v>
                </c:pt>
                <c:pt idx="109">
                  <c:v>0.1</c:v>
                </c:pt>
                <c:pt idx="110">
                  <c:v>0.1</c:v>
                </c:pt>
                <c:pt idx="111">
                  <c:v>0.1</c:v>
                </c:pt>
                <c:pt idx="112">
                  <c:v>0.1</c:v>
                </c:pt>
                <c:pt idx="113">
                  <c:v>0.1</c:v>
                </c:pt>
                <c:pt idx="114">
                  <c:v>0.1</c:v>
                </c:pt>
                <c:pt idx="115">
                  <c:v>0.1</c:v>
                </c:pt>
                <c:pt idx="116">
                  <c:v>0.1</c:v>
                </c:pt>
                <c:pt idx="117">
                  <c:v>0.1</c:v>
                </c:pt>
                <c:pt idx="118">
                  <c:v>0.1</c:v>
                </c:pt>
                <c:pt idx="119">
                  <c:v>0.1</c:v>
                </c:pt>
                <c:pt idx="120">
                  <c:v>0.1</c:v>
                </c:pt>
                <c:pt idx="121">
                  <c:v>0.1</c:v>
                </c:pt>
                <c:pt idx="122">
                  <c:v>0.1</c:v>
                </c:pt>
                <c:pt idx="123">
                  <c:v>0.1</c:v>
                </c:pt>
                <c:pt idx="124">
                  <c:v>0.1</c:v>
                </c:pt>
                <c:pt idx="125">
                  <c:v>0.1</c:v>
                </c:pt>
                <c:pt idx="126">
                  <c:v>0.1</c:v>
                </c:pt>
                <c:pt idx="127">
                  <c:v>0.1</c:v>
                </c:pt>
                <c:pt idx="128">
                  <c:v>0.1</c:v>
                </c:pt>
                <c:pt idx="129">
                  <c:v>0.1</c:v>
                </c:pt>
                <c:pt idx="130">
                  <c:v>0.1</c:v>
                </c:pt>
                <c:pt idx="131">
                  <c:v>0.1</c:v>
                </c:pt>
                <c:pt idx="132">
                  <c:v>0.1</c:v>
                </c:pt>
                <c:pt idx="133">
                  <c:v>0.1</c:v>
                </c:pt>
                <c:pt idx="134">
                  <c:v>0.1</c:v>
                </c:pt>
                <c:pt idx="135">
                  <c:v>0.1</c:v>
                </c:pt>
                <c:pt idx="136">
                  <c:v>0.1</c:v>
                </c:pt>
                <c:pt idx="137">
                  <c:v>0.1</c:v>
                </c:pt>
                <c:pt idx="138">
                  <c:v>0.1</c:v>
                </c:pt>
                <c:pt idx="139">
                  <c:v>0.1</c:v>
                </c:pt>
                <c:pt idx="140">
                  <c:v>0.1</c:v>
                </c:pt>
                <c:pt idx="141">
                  <c:v>0.1</c:v>
                </c:pt>
                <c:pt idx="142">
                  <c:v>0.1</c:v>
                </c:pt>
                <c:pt idx="143">
                  <c:v>0.1</c:v>
                </c:pt>
                <c:pt idx="144">
                  <c:v>0.1</c:v>
                </c:pt>
                <c:pt idx="145">
                  <c:v>0.1</c:v>
                </c:pt>
                <c:pt idx="146">
                  <c:v>0.1</c:v>
                </c:pt>
                <c:pt idx="147">
                  <c:v>0.1</c:v>
                </c:pt>
                <c:pt idx="148">
                  <c:v>0.1</c:v>
                </c:pt>
                <c:pt idx="149">
                  <c:v>0.1</c:v>
                </c:pt>
                <c:pt idx="150">
                  <c:v>0.1</c:v>
                </c:pt>
                <c:pt idx="151">
                  <c:v>0.1</c:v>
                </c:pt>
                <c:pt idx="152">
                  <c:v>0.1</c:v>
                </c:pt>
                <c:pt idx="153">
                  <c:v>0.1</c:v>
                </c:pt>
                <c:pt idx="154">
                  <c:v>0.1</c:v>
                </c:pt>
                <c:pt idx="155">
                  <c:v>0.1</c:v>
                </c:pt>
                <c:pt idx="156">
                  <c:v>0.1</c:v>
                </c:pt>
                <c:pt idx="157">
                  <c:v>0.1</c:v>
                </c:pt>
                <c:pt idx="158">
                  <c:v>0.1</c:v>
                </c:pt>
                <c:pt idx="159">
                  <c:v>0.1</c:v>
                </c:pt>
                <c:pt idx="160">
                  <c:v>0.1</c:v>
                </c:pt>
                <c:pt idx="161">
                  <c:v>0.1</c:v>
                </c:pt>
                <c:pt idx="162">
                  <c:v>0.1</c:v>
                </c:pt>
                <c:pt idx="163">
                  <c:v>0.1</c:v>
                </c:pt>
                <c:pt idx="164">
                  <c:v>0.1</c:v>
                </c:pt>
                <c:pt idx="165">
                  <c:v>0.1</c:v>
                </c:pt>
                <c:pt idx="166">
                  <c:v>0.1</c:v>
                </c:pt>
                <c:pt idx="167">
                  <c:v>0.1</c:v>
                </c:pt>
                <c:pt idx="168">
                  <c:v>0.1</c:v>
                </c:pt>
                <c:pt idx="169">
                  <c:v>0.1</c:v>
                </c:pt>
                <c:pt idx="170">
                  <c:v>0.1</c:v>
                </c:pt>
                <c:pt idx="171">
                  <c:v>0.1</c:v>
                </c:pt>
                <c:pt idx="172">
                  <c:v>0.1</c:v>
                </c:pt>
                <c:pt idx="173">
                  <c:v>0.1</c:v>
                </c:pt>
                <c:pt idx="174">
                  <c:v>0.1</c:v>
                </c:pt>
                <c:pt idx="175">
                  <c:v>0.1</c:v>
                </c:pt>
                <c:pt idx="176">
                  <c:v>0.1</c:v>
                </c:pt>
                <c:pt idx="177">
                  <c:v>0.1</c:v>
                </c:pt>
                <c:pt idx="178">
                  <c:v>0.1</c:v>
                </c:pt>
                <c:pt idx="179">
                  <c:v>0.1</c:v>
                </c:pt>
                <c:pt idx="180">
                  <c:v>0.1</c:v>
                </c:pt>
                <c:pt idx="181">
                  <c:v>0.1</c:v>
                </c:pt>
                <c:pt idx="182">
                  <c:v>0.1</c:v>
                </c:pt>
                <c:pt idx="183">
                  <c:v>0.1</c:v>
                </c:pt>
                <c:pt idx="184">
                  <c:v>0.1</c:v>
                </c:pt>
                <c:pt idx="185">
                  <c:v>0.1</c:v>
                </c:pt>
                <c:pt idx="186">
                  <c:v>0.1</c:v>
                </c:pt>
                <c:pt idx="187">
                  <c:v>0.1</c:v>
                </c:pt>
                <c:pt idx="188">
                  <c:v>0.1</c:v>
                </c:pt>
                <c:pt idx="189">
                  <c:v>0.1</c:v>
                </c:pt>
                <c:pt idx="190">
                  <c:v>0.1</c:v>
                </c:pt>
                <c:pt idx="191">
                  <c:v>0.1</c:v>
                </c:pt>
                <c:pt idx="192">
                  <c:v>0.1</c:v>
                </c:pt>
                <c:pt idx="193">
                  <c:v>0.1</c:v>
                </c:pt>
                <c:pt idx="194">
                  <c:v>0.1</c:v>
                </c:pt>
                <c:pt idx="195">
                  <c:v>0.1</c:v>
                </c:pt>
                <c:pt idx="196">
                  <c:v>0.1</c:v>
                </c:pt>
                <c:pt idx="197">
                  <c:v>0.1</c:v>
                </c:pt>
                <c:pt idx="198">
                  <c:v>0.1</c:v>
                </c:pt>
                <c:pt idx="199">
                  <c:v>0.1</c:v>
                </c:pt>
                <c:pt idx="200">
                  <c:v>0.1</c:v>
                </c:pt>
                <c:pt idx="201">
                  <c:v>0.1</c:v>
                </c:pt>
                <c:pt idx="202">
                  <c:v>0.1</c:v>
                </c:pt>
                <c:pt idx="203">
                  <c:v>0.1</c:v>
                </c:pt>
                <c:pt idx="204">
                  <c:v>0.1</c:v>
                </c:pt>
                <c:pt idx="205">
                  <c:v>0.1</c:v>
                </c:pt>
                <c:pt idx="206">
                  <c:v>0.1</c:v>
                </c:pt>
                <c:pt idx="207">
                  <c:v>0.1</c:v>
                </c:pt>
                <c:pt idx="208">
                  <c:v>0.1</c:v>
                </c:pt>
                <c:pt idx="209">
                  <c:v>0.1</c:v>
                </c:pt>
                <c:pt idx="210">
                  <c:v>0.1</c:v>
                </c:pt>
                <c:pt idx="211">
                  <c:v>0.1</c:v>
                </c:pt>
                <c:pt idx="212">
                  <c:v>0.1</c:v>
                </c:pt>
                <c:pt idx="213">
                  <c:v>0.1</c:v>
                </c:pt>
                <c:pt idx="214">
                  <c:v>0.1</c:v>
                </c:pt>
                <c:pt idx="215">
                  <c:v>0.1</c:v>
                </c:pt>
                <c:pt idx="216">
                  <c:v>0.1</c:v>
                </c:pt>
                <c:pt idx="217">
                  <c:v>0.1</c:v>
                </c:pt>
                <c:pt idx="218">
                  <c:v>0.1</c:v>
                </c:pt>
                <c:pt idx="219">
                  <c:v>0.1</c:v>
                </c:pt>
                <c:pt idx="220">
                  <c:v>0.1</c:v>
                </c:pt>
                <c:pt idx="221">
                  <c:v>0.1</c:v>
                </c:pt>
                <c:pt idx="222">
                  <c:v>0.1</c:v>
                </c:pt>
                <c:pt idx="223">
                  <c:v>0.1</c:v>
                </c:pt>
                <c:pt idx="224">
                  <c:v>0.1</c:v>
                </c:pt>
                <c:pt idx="225">
                  <c:v>0.1</c:v>
                </c:pt>
                <c:pt idx="226">
                  <c:v>0.1</c:v>
                </c:pt>
                <c:pt idx="227">
                  <c:v>0.1</c:v>
                </c:pt>
                <c:pt idx="228">
                  <c:v>0.1</c:v>
                </c:pt>
                <c:pt idx="229">
                  <c:v>0.1</c:v>
                </c:pt>
                <c:pt idx="230">
                  <c:v>0.1</c:v>
                </c:pt>
                <c:pt idx="231">
                  <c:v>0.1</c:v>
                </c:pt>
                <c:pt idx="232">
                  <c:v>0.1</c:v>
                </c:pt>
                <c:pt idx="233">
                  <c:v>0.1</c:v>
                </c:pt>
                <c:pt idx="234">
                  <c:v>0.1</c:v>
                </c:pt>
                <c:pt idx="235">
                  <c:v>0.1</c:v>
                </c:pt>
                <c:pt idx="236">
                  <c:v>0.1</c:v>
                </c:pt>
                <c:pt idx="237">
                  <c:v>0.1</c:v>
                </c:pt>
                <c:pt idx="238">
                  <c:v>0.1</c:v>
                </c:pt>
                <c:pt idx="239">
                  <c:v>0.1</c:v>
                </c:pt>
                <c:pt idx="240">
                  <c:v>0.1</c:v>
                </c:pt>
                <c:pt idx="241">
                  <c:v>0.1</c:v>
                </c:pt>
                <c:pt idx="242">
                  <c:v>0.1</c:v>
                </c:pt>
                <c:pt idx="243">
                  <c:v>0.1</c:v>
                </c:pt>
                <c:pt idx="244">
                  <c:v>0.1</c:v>
                </c:pt>
                <c:pt idx="245">
                  <c:v>0.1</c:v>
                </c:pt>
                <c:pt idx="246">
                  <c:v>0.1</c:v>
                </c:pt>
                <c:pt idx="247">
                  <c:v>0.1</c:v>
                </c:pt>
                <c:pt idx="248">
                  <c:v>0.1</c:v>
                </c:pt>
                <c:pt idx="249">
                  <c:v>0.1</c:v>
                </c:pt>
                <c:pt idx="250">
                  <c:v>0.1</c:v>
                </c:pt>
                <c:pt idx="251">
                  <c:v>0.1</c:v>
                </c:pt>
                <c:pt idx="252">
                  <c:v>0.1</c:v>
                </c:pt>
                <c:pt idx="253">
                  <c:v>0.1</c:v>
                </c:pt>
                <c:pt idx="254">
                  <c:v>0.1</c:v>
                </c:pt>
                <c:pt idx="255">
                  <c:v>0.1</c:v>
                </c:pt>
                <c:pt idx="256">
                  <c:v>0.1</c:v>
                </c:pt>
                <c:pt idx="257">
                  <c:v>0.1</c:v>
                </c:pt>
                <c:pt idx="258">
                  <c:v>0.1</c:v>
                </c:pt>
                <c:pt idx="259">
                  <c:v>0.1</c:v>
                </c:pt>
                <c:pt idx="260">
                  <c:v>0.1</c:v>
                </c:pt>
                <c:pt idx="261">
                  <c:v>0.1</c:v>
                </c:pt>
                <c:pt idx="262">
                  <c:v>0.1</c:v>
                </c:pt>
                <c:pt idx="263">
                  <c:v>0.1</c:v>
                </c:pt>
                <c:pt idx="264">
                  <c:v>0.1</c:v>
                </c:pt>
                <c:pt idx="265">
                  <c:v>0.1</c:v>
                </c:pt>
                <c:pt idx="266">
                  <c:v>0.1</c:v>
                </c:pt>
                <c:pt idx="267">
                  <c:v>0.1</c:v>
                </c:pt>
                <c:pt idx="268">
                  <c:v>0.1</c:v>
                </c:pt>
                <c:pt idx="269">
                  <c:v>0.1</c:v>
                </c:pt>
                <c:pt idx="270">
                  <c:v>0.1</c:v>
                </c:pt>
                <c:pt idx="271">
                  <c:v>0.1</c:v>
                </c:pt>
                <c:pt idx="272">
                  <c:v>0.1</c:v>
                </c:pt>
                <c:pt idx="273">
                  <c:v>0.1</c:v>
                </c:pt>
                <c:pt idx="274">
                  <c:v>0.1</c:v>
                </c:pt>
                <c:pt idx="275">
                  <c:v>0.1</c:v>
                </c:pt>
                <c:pt idx="276">
                  <c:v>0.1</c:v>
                </c:pt>
                <c:pt idx="277">
                  <c:v>0.1</c:v>
                </c:pt>
                <c:pt idx="278">
                  <c:v>0.1</c:v>
                </c:pt>
                <c:pt idx="279">
                  <c:v>0.1</c:v>
                </c:pt>
                <c:pt idx="280">
                  <c:v>0.1</c:v>
                </c:pt>
                <c:pt idx="281">
                  <c:v>0.1</c:v>
                </c:pt>
                <c:pt idx="282">
                  <c:v>0.1</c:v>
                </c:pt>
                <c:pt idx="283">
                  <c:v>0.1</c:v>
                </c:pt>
                <c:pt idx="284">
                  <c:v>0.1</c:v>
                </c:pt>
                <c:pt idx="285">
                  <c:v>0.1</c:v>
                </c:pt>
                <c:pt idx="286">
                  <c:v>0.1</c:v>
                </c:pt>
                <c:pt idx="287">
                  <c:v>0.1</c:v>
                </c:pt>
                <c:pt idx="288">
                  <c:v>0.1</c:v>
                </c:pt>
                <c:pt idx="289">
                  <c:v>0.1</c:v>
                </c:pt>
                <c:pt idx="290">
                  <c:v>0.1</c:v>
                </c:pt>
                <c:pt idx="291">
                  <c:v>0.1</c:v>
                </c:pt>
                <c:pt idx="292">
                  <c:v>0.1</c:v>
                </c:pt>
                <c:pt idx="293">
                  <c:v>0.1</c:v>
                </c:pt>
                <c:pt idx="294">
                  <c:v>0.1</c:v>
                </c:pt>
                <c:pt idx="295">
                  <c:v>0.1</c:v>
                </c:pt>
                <c:pt idx="296">
                  <c:v>0.1</c:v>
                </c:pt>
                <c:pt idx="297">
                  <c:v>0.1</c:v>
                </c:pt>
                <c:pt idx="298">
                  <c:v>0.1</c:v>
                </c:pt>
                <c:pt idx="299">
                  <c:v>0.1</c:v>
                </c:pt>
                <c:pt idx="300">
                  <c:v>0.1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2CC-4AF4-884C-D2D910ED36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57685840"/>
        <c:axId val="757679120"/>
      </c:scatterChart>
      <c:valAx>
        <c:axId val="7576858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57679120"/>
        <c:crosses val="autoZero"/>
        <c:crossBetween val="midCat"/>
      </c:valAx>
      <c:valAx>
        <c:axId val="757679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5768584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>
        <c:manualLayout>
          <c:layoutTarget val="inner"/>
          <c:xMode val="edge"/>
          <c:yMode val="edge"/>
          <c:x val="0.13729650606197422"/>
          <c:y val="0.22029824949977034"/>
          <c:w val="0.77071932905800067"/>
          <c:h val="0.51668332354296997"/>
        </c:manualLayout>
      </c:layout>
      <c:scatterChart>
        <c:scatterStyle val="lineMarker"/>
        <c:varyColors val="0"/>
        <c:ser>
          <c:idx val="1"/>
          <c:order val="0"/>
          <c:tx>
            <c:strRef>
              <c:f>inp_bind_001_k_change_11_k_all!$C$1</c:f>
              <c:strCache>
                <c:ptCount val="1"/>
                <c:pt idx="0">
                  <c:v>k_rC_120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inp_bind_001_k_change_11_k_all!$A$2:$A$302</c:f>
              <c:numCache>
                <c:formatCode>General</c:formatCode>
                <c:ptCount val="301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  <c:pt idx="101">
                  <c:v>10100</c:v>
                </c:pt>
                <c:pt idx="102">
                  <c:v>10200</c:v>
                </c:pt>
                <c:pt idx="103">
                  <c:v>10300</c:v>
                </c:pt>
                <c:pt idx="104">
                  <c:v>10400</c:v>
                </c:pt>
                <c:pt idx="105">
                  <c:v>10500</c:v>
                </c:pt>
                <c:pt idx="106">
                  <c:v>10600</c:v>
                </c:pt>
                <c:pt idx="107">
                  <c:v>10700</c:v>
                </c:pt>
                <c:pt idx="108">
                  <c:v>10800</c:v>
                </c:pt>
                <c:pt idx="109">
                  <c:v>10900</c:v>
                </c:pt>
                <c:pt idx="110">
                  <c:v>11000</c:v>
                </c:pt>
                <c:pt idx="111">
                  <c:v>11100</c:v>
                </c:pt>
                <c:pt idx="112">
                  <c:v>11200</c:v>
                </c:pt>
                <c:pt idx="113">
                  <c:v>11300</c:v>
                </c:pt>
                <c:pt idx="114">
                  <c:v>11400</c:v>
                </c:pt>
                <c:pt idx="115">
                  <c:v>11500</c:v>
                </c:pt>
                <c:pt idx="116">
                  <c:v>11600</c:v>
                </c:pt>
                <c:pt idx="117">
                  <c:v>11700</c:v>
                </c:pt>
                <c:pt idx="118">
                  <c:v>11800</c:v>
                </c:pt>
                <c:pt idx="119">
                  <c:v>11900</c:v>
                </c:pt>
                <c:pt idx="120">
                  <c:v>12000</c:v>
                </c:pt>
                <c:pt idx="121">
                  <c:v>12100</c:v>
                </c:pt>
                <c:pt idx="122">
                  <c:v>12200</c:v>
                </c:pt>
                <c:pt idx="123">
                  <c:v>12300</c:v>
                </c:pt>
                <c:pt idx="124">
                  <c:v>12400</c:v>
                </c:pt>
                <c:pt idx="125">
                  <c:v>12500</c:v>
                </c:pt>
                <c:pt idx="126">
                  <c:v>12600</c:v>
                </c:pt>
                <c:pt idx="127">
                  <c:v>12700</c:v>
                </c:pt>
                <c:pt idx="128">
                  <c:v>12800</c:v>
                </c:pt>
                <c:pt idx="129">
                  <c:v>12900</c:v>
                </c:pt>
                <c:pt idx="130">
                  <c:v>13000</c:v>
                </c:pt>
                <c:pt idx="131">
                  <c:v>13100</c:v>
                </c:pt>
                <c:pt idx="132">
                  <c:v>13200</c:v>
                </c:pt>
                <c:pt idx="133">
                  <c:v>13300</c:v>
                </c:pt>
                <c:pt idx="134">
                  <c:v>13400</c:v>
                </c:pt>
                <c:pt idx="135">
                  <c:v>13500</c:v>
                </c:pt>
                <c:pt idx="136">
                  <c:v>13600</c:v>
                </c:pt>
                <c:pt idx="137">
                  <c:v>13700</c:v>
                </c:pt>
                <c:pt idx="138">
                  <c:v>13800</c:v>
                </c:pt>
                <c:pt idx="139">
                  <c:v>13900</c:v>
                </c:pt>
                <c:pt idx="140">
                  <c:v>14000</c:v>
                </c:pt>
                <c:pt idx="141">
                  <c:v>14100</c:v>
                </c:pt>
                <c:pt idx="142">
                  <c:v>14200</c:v>
                </c:pt>
                <c:pt idx="143">
                  <c:v>14300</c:v>
                </c:pt>
                <c:pt idx="144">
                  <c:v>14400</c:v>
                </c:pt>
                <c:pt idx="145">
                  <c:v>14500</c:v>
                </c:pt>
                <c:pt idx="146">
                  <c:v>14600</c:v>
                </c:pt>
                <c:pt idx="147">
                  <c:v>14700</c:v>
                </c:pt>
                <c:pt idx="148">
                  <c:v>14800</c:v>
                </c:pt>
                <c:pt idx="149">
                  <c:v>14900</c:v>
                </c:pt>
                <c:pt idx="150">
                  <c:v>15000</c:v>
                </c:pt>
                <c:pt idx="151">
                  <c:v>15100</c:v>
                </c:pt>
                <c:pt idx="152">
                  <c:v>15200</c:v>
                </c:pt>
                <c:pt idx="153">
                  <c:v>15300</c:v>
                </c:pt>
                <c:pt idx="154">
                  <c:v>15400</c:v>
                </c:pt>
                <c:pt idx="155">
                  <c:v>15500</c:v>
                </c:pt>
                <c:pt idx="156">
                  <c:v>15600</c:v>
                </c:pt>
                <c:pt idx="157">
                  <c:v>15700</c:v>
                </c:pt>
                <c:pt idx="158">
                  <c:v>15800</c:v>
                </c:pt>
                <c:pt idx="159">
                  <c:v>15900</c:v>
                </c:pt>
                <c:pt idx="160">
                  <c:v>16000</c:v>
                </c:pt>
                <c:pt idx="161">
                  <c:v>16100</c:v>
                </c:pt>
                <c:pt idx="162">
                  <c:v>16200</c:v>
                </c:pt>
                <c:pt idx="163">
                  <c:v>16300</c:v>
                </c:pt>
                <c:pt idx="164">
                  <c:v>16400</c:v>
                </c:pt>
                <c:pt idx="165">
                  <c:v>16500</c:v>
                </c:pt>
                <c:pt idx="166">
                  <c:v>16600</c:v>
                </c:pt>
                <c:pt idx="167">
                  <c:v>16700</c:v>
                </c:pt>
                <c:pt idx="168">
                  <c:v>16800</c:v>
                </c:pt>
                <c:pt idx="169">
                  <c:v>16900</c:v>
                </c:pt>
                <c:pt idx="170">
                  <c:v>17000</c:v>
                </c:pt>
                <c:pt idx="171">
                  <c:v>17100</c:v>
                </c:pt>
                <c:pt idx="172">
                  <c:v>17200</c:v>
                </c:pt>
                <c:pt idx="173">
                  <c:v>17300</c:v>
                </c:pt>
                <c:pt idx="174">
                  <c:v>17400</c:v>
                </c:pt>
                <c:pt idx="175">
                  <c:v>17500</c:v>
                </c:pt>
                <c:pt idx="176">
                  <c:v>17600</c:v>
                </c:pt>
                <c:pt idx="177">
                  <c:v>17700</c:v>
                </c:pt>
                <c:pt idx="178">
                  <c:v>17800</c:v>
                </c:pt>
                <c:pt idx="179">
                  <c:v>17900</c:v>
                </c:pt>
                <c:pt idx="180">
                  <c:v>18000</c:v>
                </c:pt>
                <c:pt idx="181">
                  <c:v>18100</c:v>
                </c:pt>
                <c:pt idx="182">
                  <c:v>18200</c:v>
                </c:pt>
                <c:pt idx="183">
                  <c:v>18300</c:v>
                </c:pt>
                <c:pt idx="184">
                  <c:v>18400</c:v>
                </c:pt>
                <c:pt idx="185">
                  <c:v>18500</c:v>
                </c:pt>
                <c:pt idx="186">
                  <c:v>18600</c:v>
                </c:pt>
                <c:pt idx="187">
                  <c:v>18700</c:v>
                </c:pt>
                <c:pt idx="188">
                  <c:v>18800</c:v>
                </c:pt>
                <c:pt idx="189">
                  <c:v>18900</c:v>
                </c:pt>
                <c:pt idx="190">
                  <c:v>19000</c:v>
                </c:pt>
                <c:pt idx="191">
                  <c:v>19100</c:v>
                </c:pt>
                <c:pt idx="192">
                  <c:v>19200</c:v>
                </c:pt>
                <c:pt idx="193">
                  <c:v>19300</c:v>
                </c:pt>
                <c:pt idx="194">
                  <c:v>19400</c:v>
                </c:pt>
                <c:pt idx="195">
                  <c:v>19500</c:v>
                </c:pt>
                <c:pt idx="196">
                  <c:v>19600</c:v>
                </c:pt>
                <c:pt idx="197">
                  <c:v>19700</c:v>
                </c:pt>
                <c:pt idx="198">
                  <c:v>19800</c:v>
                </c:pt>
                <c:pt idx="199">
                  <c:v>19900</c:v>
                </c:pt>
                <c:pt idx="200">
                  <c:v>20000</c:v>
                </c:pt>
                <c:pt idx="201">
                  <c:v>20100</c:v>
                </c:pt>
                <c:pt idx="202">
                  <c:v>20200</c:v>
                </c:pt>
                <c:pt idx="203">
                  <c:v>20300</c:v>
                </c:pt>
                <c:pt idx="204">
                  <c:v>20400</c:v>
                </c:pt>
                <c:pt idx="205">
                  <c:v>20500</c:v>
                </c:pt>
                <c:pt idx="206">
                  <c:v>20600</c:v>
                </c:pt>
                <c:pt idx="207">
                  <c:v>20700</c:v>
                </c:pt>
                <c:pt idx="208">
                  <c:v>20800</c:v>
                </c:pt>
                <c:pt idx="209">
                  <c:v>20900</c:v>
                </c:pt>
                <c:pt idx="210">
                  <c:v>21000</c:v>
                </c:pt>
                <c:pt idx="211">
                  <c:v>21100</c:v>
                </c:pt>
                <c:pt idx="212">
                  <c:v>21200</c:v>
                </c:pt>
                <c:pt idx="213">
                  <c:v>21300</c:v>
                </c:pt>
                <c:pt idx="214">
                  <c:v>21400</c:v>
                </c:pt>
                <c:pt idx="215">
                  <c:v>21500</c:v>
                </c:pt>
                <c:pt idx="216">
                  <c:v>21600</c:v>
                </c:pt>
                <c:pt idx="217">
                  <c:v>21700</c:v>
                </c:pt>
                <c:pt idx="218">
                  <c:v>21800</c:v>
                </c:pt>
                <c:pt idx="219">
                  <c:v>21900</c:v>
                </c:pt>
                <c:pt idx="220">
                  <c:v>22000</c:v>
                </c:pt>
                <c:pt idx="221">
                  <c:v>22100</c:v>
                </c:pt>
                <c:pt idx="222">
                  <c:v>22200</c:v>
                </c:pt>
                <c:pt idx="223">
                  <c:v>22300</c:v>
                </c:pt>
                <c:pt idx="224">
                  <c:v>22400</c:v>
                </c:pt>
                <c:pt idx="225">
                  <c:v>22500</c:v>
                </c:pt>
                <c:pt idx="226">
                  <c:v>22600</c:v>
                </c:pt>
                <c:pt idx="227">
                  <c:v>22700</c:v>
                </c:pt>
                <c:pt idx="228">
                  <c:v>22800</c:v>
                </c:pt>
                <c:pt idx="229">
                  <c:v>22900</c:v>
                </c:pt>
                <c:pt idx="230">
                  <c:v>23000</c:v>
                </c:pt>
                <c:pt idx="231">
                  <c:v>23100</c:v>
                </c:pt>
                <c:pt idx="232">
                  <c:v>23200</c:v>
                </c:pt>
                <c:pt idx="233">
                  <c:v>23300</c:v>
                </c:pt>
                <c:pt idx="234">
                  <c:v>23400</c:v>
                </c:pt>
                <c:pt idx="235">
                  <c:v>23500</c:v>
                </c:pt>
                <c:pt idx="236">
                  <c:v>23600</c:v>
                </c:pt>
                <c:pt idx="237">
                  <c:v>23700</c:v>
                </c:pt>
                <c:pt idx="238">
                  <c:v>23800</c:v>
                </c:pt>
                <c:pt idx="239">
                  <c:v>23900</c:v>
                </c:pt>
                <c:pt idx="240">
                  <c:v>24000</c:v>
                </c:pt>
                <c:pt idx="241">
                  <c:v>24100</c:v>
                </c:pt>
                <c:pt idx="242">
                  <c:v>24200</c:v>
                </c:pt>
                <c:pt idx="243">
                  <c:v>24300</c:v>
                </c:pt>
                <c:pt idx="244">
                  <c:v>24400</c:v>
                </c:pt>
                <c:pt idx="245">
                  <c:v>24500</c:v>
                </c:pt>
                <c:pt idx="246">
                  <c:v>24600</c:v>
                </c:pt>
                <c:pt idx="247">
                  <c:v>24700</c:v>
                </c:pt>
                <c:pt idx="248">
                  <c:v>24800</c:v>
                </c:pt>
                <c:pt idx="249">
                  <c:v>24900</c:v>
                </c:pt>
                <c:pt idx="250">
                  <c:v>25000</c:v>
                </c:pt>
                <c:pt idx="251">
                  <c:v>25100</c:v>
                </c:pt>
                <c:pt idx="252">
                  <c:v>25200</c:v>
                </c:pt>
                <c:pt idx="253">
                  <c:v>25300</c:v>
                </c:pt>
                <c:pt idx="254">
                  <c:v>25400</c:v>
                </c:pt>
                <c:pt idx="255">
                  <c:v>25500</c:v>
                </c:pt>
                <c:pt idx="256">
                  <c:v>25600</c:v>
                </c:pt>
                <c:pt idx="257">
                  <c:v>25700</c:v>
                </c:pt>
                <c:pt idx="258">
                  <c:v>25800</c:v>
                </c:pt>
                <c:pt idx="259">
                  <c:v>25900</c:v>
                </c:pt>
                <c:pt idx="260">
                  <c:v>26000</c:v>
                </c:pt>
                <c:pt idx="261">
                  <c:v>26100</c:v>
                </c:pt>
                <c:pt idx="262">
                  <c:v>26200</c:v>
                </c:pt>
                <c:pt idx="263">
                  <c:v>26300</c:v>
                </c:pt>
                <c:pt idx="264">
                  <c:v>26400</c:v>
                </c:pt>
                <c:pt idx="265">
                  <c:v>26500</c:v>
                </c:pt>
                <c:pt idx="266">
                  <c:v>26600</c:v>
                </c:pt>
                <c:pt idx="267">
                  <c:v>26700</c:v>
                </c:pt>
                <c:pt idx="268">
                  <c:v>26800</c:v>
                </c:pt>
                <c:pt idx="269">
                  <c:v>26900</c:v>
                </c:pt>
                <c:pt idx="270">
                  <c:v>27000</c:v>
                </c:pt>
                <c:pt idx="271">
                  <c:v>27100</c:v>
                </c:pt>
                <c:pt idx="272">
                  <c:v>27200</c:v>
                </c:pt>
                <c:pt idx="273">
                  <c:v>27300</c:v>
                </c:pt>
                <c:pt idx="274">
                  <c:v>27400</c:v>
                </c:pt>
                <c:pt idx="275">
                  <c:v>27500</c:v>
                </c:pt>
                <c:pt idx="276">
                  <c:v>27600</c:v>
                </c:pt>
                <c:pt idx="277">
                  <c:v>27700</c:v>
                </c:pt>
                <c:pt idx="278">
                  <c:v>27800</c:v>
                </c:pt>
                <c:pt idx="279">
                  <c:v>27900</c:v>
                </c:pt>
                <c:pt idx="280">
                  <c:v>28000</c:v>
                </c:pt>
                <c:pt idx="281">
                  <c:v>28100</c:v>
                </c:pt>
                <c:pt idx="282">
                  <c:v>28200</c:v>
                </c:pt>
                <c:pt idx="283">
                  <c:v>28300</c:v>
                </c:pt>
                <c:pt idx="284">
                  <c:v>28400</c:v>
                </c:pt>
                <c:pt idx="285">
                  <c:v>28500</c:v>
                </c:pt>
                <c:pt idx="286">
                  <c:v>28600</c:v>
                </c:pt>
                <c:pt idx="287">
                  <c:v>28700</c:v>
                </c:pt>
                <c:pt idx="288">
                  <c:v>28800</c:v>
                </c:pt>
                <c:pt idx="289">
                  <c:v>28900</c:v>
                </c:pt>
                <c:pt idx="290">
                  <c:v>29000</c:v>
                </c:pt>
                <c:pt idx="291">
                  <c:v>29100</c:v>
                </c:pt>
                <c:pt idx="292">
                  <c:v>29200</c:v>
                </c:pt>
                <c:pt idx="293">
                  <c:v>29300</c:v>
                </c:pt>
                <c:pt idx="294">
                  <c:v>29400</c:v>
                </c:pt>
                <c:pt idx="295">
                  <c:v>29500</c:v>
                </c:pt>
                <c:pt idx="296">
                  <c:v>29600</c:v>
                </c:pt>
                <c:pt idx="297">
                  <c:v>29700</c:v>
                </c:pt>
                <c:pt idx="298">
                  <c:v>29800</c:v>
                </c:pt>
                <c:pt idx="299">
                  <c:v>29900</c:v>
                </c:pt>
                <c:pt idx="300">
                  <c:v>30000</c:v>
                </c:pt>
              </c:numCache>
            </c:numRef>
          </c:xVal>
          <c:yVal>
            <c:numRef>
              <c:f>inp_bind_001_k_change_11_k_all!$C$2:$C$302</c:f>
              <c:numCache>
                <c:formatCode>General</c:formatCode>
                <c:ptCount val="301"/>
                <c:pt idx="0">
                  <c:v>0.01</c:v>
                </c:pt>
                <c:pt idx="1">
                  <c:v>9.8875000000000005E-3</c:v>
                </c:pt>
                <c:pt idx="2">
                  <c:v>9.7750000000000007E-3</c:v>
                </c:pt>
                <c:pt idx="3">
                  <c:v>9.6624999999999992E-3</c:v>
                </c:pt>
                <c:pt idx="4">
                  <c:v>9.5499999999999995E-3</c:v>
                </c:pt>
                <c:pt idx="5">
                  <c:v>9.4374999999999997E-3</c:v>
                </c:pt>
                <c:pt idx="6">
                  <c:v>9.325E-3</c:v>
                </c:pt>
                <c:pt idx="7">
                  <c:v>9.2125000000000002E-3</c:v>
                </c:pt>
                <c:pt idx="8">
                  <c:v>9.1000000000000004E-3</c:v>
                </c:pt>
                <c:pt idx="9">
                  <c:v>8.9875000000000007E-3</c:v>
                </c:pt>
                <c:pt idx="10">
                  <c:v>8.8749999999999992E-3</c:v>
                </c:pt>
                <c:pt idx="11">
                  <c:v>8.7624999999999995E-3</c:v>
                </c:pt>
                <c:pt idx="12">
                  <c:v>8.6499999999999997E-3</c:v>
                </c:pt>
                <c:pt idx="13">
                  <c:v>8.5375E-3</c:v>
                </c:pt>
                <c:pt idx="14">
                  <c:v>8.4250000000000002E-3</c:v>
                </c:pt>
                <c:pt idx="15">
                  <c:v>8.3125000000000004E-3</c:v>
                </c:pt>
                <c:pt idx="16">
                  <c:v>8.2000000000000007E-3</c:v>
                </c:pt>
                <c:pt idx="17">
                  <c:v>8.0874999999999992E-3</c:v>
                </c:pt>
                <c:pt idx="18">
                  <c:v>7.9749999999999995E-3</c:v>
                </c:pt>
                <c:pt idx="19">
                  <c:v>7.8624999999999997E-3</c:v>
                </c:pt>
                <c:pt idx="20">
                  <c:v>7.7499999999999999E-3</c:v>
                </c:pt>
                <c:pt idx="21">
                  <c:v>7.6375000000000002E-3</c:v>
                </c:pt>
                <c:pt idx="22">
                  <c:v>7.5249999999999996E-3</c:v>
                </c:pt>
                <c:pt idx="23">
                  <c:v>7.4124999999999998E-3</c:v>
                </c:pt>
                <c:pt idx="24">
                  <c:v>7.3000000000000001E-3</c:v>
                </c:pt>
                <c:pt idx="25">
                  <c:v>7.1874999999999899E-3</c:v>
                </c:pt>
                <c:pt idx="26">
                  <c:v>7.0749999999999997E-3</c:v>
                </c:pt>
                <c:pt idx="27">
                  <c:v>6.9624999999999999E-3</c:v>
                </c:pt>
                <c:pt idx="28">
                  <c:v>6.8500000000000002E-3</c:v>
                </c:pt>
                <c:pt idx="29">
                  <c:v>6.7375000000000004E-3</c:v>
                </c:pt>
                <c:pt idx="30">
                  <c:v>6.6249999999999998E-3</c:v>
                </c:pt>
                <c:pt idx="31">
                  <c:v>6.5125000000000001E-3</c:v>
                </c:pt>
                <c:pt idx="32">
                  <c:v>6.3999999999999899E-3</c:v>
                </c:pt>
                <c:pt idx="33">
                  <c:v>6.2874999999999997E-3</c:v>
                </c:pt>
                <c:pt idx="34">
                  <c:v>6.1749999999999999E-3</c:v>
                </c:pt>
                <c:pt idx="35">
                  <c:v>6.0625000000000002E-3</c:v>
                </c:pt>
                <c:pt idx="36">
                  <c:v>5.94999999999999E-3</c:v>
                </c:pt>
                <c:pt idx="37">
                  <c:v>5.8374999999999998E-3</c:v>
                </c:pt>
                <c:pt idx="38">
                  <c:v>5.7250000000000001E-3</c:v>
                </c:pt>
                <c:pt idx="39">
                  <c:v>5.6125000000000003E-3</c:v>
                </c:pt>
                <c:pt idx="40">
                  <c:v>5.4999999999999997E-3</c:v>
                </c:pt>
                <c:pt idx="41">
                  <c:v>5.3874999999999999E-3</c:v>
                </c:pt>
                <c:pt idx="42">
                  <c:v>5.2749999999999898E-3</c:v>
                </c:pt>
                <c:pt idx="43">
                  <c:v>5.16249999999999E-3</c:v>
                </c:pt>
                <c:pt idx="44">
                  <c:v>5.0499999999999998E-3</c:v>
                </c:pt>
                <c:pt idx="45">
                  <c:v>4.9374999999999896E-3</c:v>
                </c:pt>
                <c:pt idx="46">
                  <c:v>4.8249999999999899E-3</c:v>
                </c:pt>
                <c:pt idx="47">
                  <c:v>4.7124999999999997E-3</c:v>
                </c:pt>
                <c:pt idx="48">
                  <c:v>4.5999999999999999E-3</c:v>
                </c:pt>
                <c:pt idx="49">
                  <c:v>4.4874999999999898E-3</c:v>
                </c:pt>
                <c:pt idx="50">
                  <c:v>4.37499999999999E-3</c:v>
                </c:pt>
                <c:pt idx="51">
                  <c:v>4.2624999999999998E-3</c:v>
                </c:pt>
                <c:pt idx="52">
                  <c:v>4.15E-3</c:v>
                </c:pt>
                <c:pt idx="53">
                  <c:v>4.0374999999999899E-3</c:v>
                </c:pt>
                <c:pt idx="54">
                  <c:v>3.9249999999999901E-3</c:v>
                </c:pt>
                <c:pt idx="55">
                  <c:v>3.8124999999999899E-3</c:v>
                </c:pt>
                <c:pt idx="56">
                  <c:v>3.6999999999999902E-3</c:v>
                </c:pt>
                <c:pt idx="57">
                  <c:v>3.58749999999999E-3</c:v>
                </c:pt>
                <c:pt idx="58">
                  <c:v>3.4749999999999998E-3</c:v>
                </c:pt>
                <c:pt idx="59">
                  <c:v>3.3624999999999901E-3</c:v>
                </c:pt>
                <c:pt idx="60">
                  <c:v>3.2499999999999899E-3</c:v>
                </c:pt>
                <c:pt idx="61">
                  <c:v>3.1374999999999901E-3</c:v>
                </c:pt>
                <c:pt idx="62">
                  <c:v>3.0249999999999999E-3</c:v>
                </c:pt>
                <c:pt idx="63">
                  <c:v>2.9124999999999902E-3</c:v>
                </c:pt>
                <c:pt idx="64">
                  <c:v>2.79999999999999E-3</c:v>
                </c:pt>
                <c:pt idx="65">
                  <c:v>2.6874999999999898E-3</c:v>
                </c:pt>
                <c:pt idx="66">
                  <c:v>2.5749999999999901E-3</c:v>
                </c:pt>
                <c:pt idx="67">
                  <c:v>2.4624999999999899E-3</c:v>
                </c:pt>
                <c:pt idx="68">
                  <c:v>2.3499999999999901E-3</c:v>
                </c:pt>
                <c:pt idx="69">
                  <c:v>2.2374999999999899E-3</c:v>
                </c:pt>
                <c:pt idx="70">
                  <c:v>2.1250000000000002E-3</c:v>
                </c:pt>
                <c:pt idx="71">
                  <c:v>2.01249999999999E-3</c:v>
                </c:pt>
                <c:pt idx="72">
                  <c:v>1.89999999999999E-3</c:v>
                </c:pt>
                <c:pt idx="73">
                  <c:v>1.7874999999999901E-3</c:v>
                </c:pt>
                <c:pt idx="74">
                  <c:v>1.6749999999999901E-3</c:v>
                </c:pt>
                <c:pt idx="75">
                  <c:v>1.5624999999999899E-3</c:v>
                </c:pt>
                <c:pt idx="76">
                  <c:v>1.4499999999999999E-3</c:v>
                </c:pt>
                <c:pt idx="77">
                  <c:v>1.33749999999999E-3</c:v>
                </c:pt>
                <c:pt idx="78">
                  <c:v>1.225E-3</c:v>
                </c:pt>
                <c:pt idx="79">
                  <c:v>1.11249999999999E-3</c:v>
                </c:pt>
                <c:pt idx="80">
                  <c:v>1E-3</c:v>
                </c:pt>
                <c:pt idx="81">
                  <c:v>1E-3</c:v>
                </c:pt>
                <c:pt idx="82">
                  <c:v>1E-3</c:v>
                </c:pt>
                <c:pt idx="83">
                  <c:v>1E-3</c:v>
                </c:pt>
                <c:pt idx="84">
                  <c:v>1E-3</c:v>
                </c:pt>
                <c:pt idx="85">
                  <c:v>1E-3</c:v>
                </c:pt>
                <c:pt idx="86">
                  <c:v>1E-3</c:v>
                </c:pt>
                <c:pt idx="87">
                  <c:v>1E-3</c:v>
                </c:pt>
                <c:pt idx="88">
                  <c:v>1E-3</c:v>
                </c:pt>
                <c:pt idx="89">
                  <c:v>1E-3</c:v>
                </c:pt>
                <c:pt idx="90">
                  <c:v>1E-3</c:v>
                </c:pt>
                <c:pt idx="91">
                  <c:v>1E-3</c:v>
                </c:pt>
                <c:pt idx="92">
                  <c:v>1E-3</c:v>
                </c:pt>
                <c:pt idx="93">
                  <c:v>1E-3</c:v>
                </c:pt>
                <c:pt idx="94">
                  <c:v>1E-3</c:v>
                </c:pt>
                <c:pt idx="95">
                  <c:v>1E-3</c:v>
                </c:pt>
                <c:pt idx="96">
                  <c:v>1E-3</c:v>
                </c:pt>
                <c:pt idx="97">
                  <c:v>1E-3</c:v>
                </c:pt>
                <c:pt idx="98">
                  <c:v>1E-3</c:v>
                </c:pt>
                <c:pt idx="99">
                  <c:v>1E-3</c:v>
                </c:pt>
                <c:pt idx="100">
                  <c:v>1E-3</c:v>
                </c:pt>
                <c:pt idx="101">
                  <c:v>1E-3</c:v>
                </c:pt>
                <c:pt idx="102">
                  <c:v>1E-3</c:v>
                </c:pt>
                <c:pt idx="103">
                  <c:v>1E-3</c:v>
                </c:pt>
                <c:pt idx="104">
                  <c:v>1E-3</c:v>
                </c:pt>
                <c:pt idx="105">
                  <c:v>1E-3</c:v>
                </c:pt>
                <c:pt idx="106">
                  <c:v>1E-3</c:v>
                </c:pt>
                <c:pt idx="107">
                  <c:v>1E-3</c:v>
                </c:pt>
                <c:pt idx="108">
                  <c:v>1E-3</c:v>
                </c:pt>
                <c:pt idx="109">
                  <c:v>1E-3</c:v>
                </c:pt>
                <c:pt idx="110">
                  <c:v>1E-3</c:v>
                </c:pt>
                <c:pt idx="111">
                  <c:v>1E-3</c:v>
                </c:pt>
                <c:pt idx="112">
                  <c:v>1E-3</c:v>
                </c:pt>
                <c:pt idx="113">
                  <c:v>1E-3</c:v>
                </c:pt>
                <c:pt idx="114">
                  <c:v>1E-3</c:v>
                </c:pt>
                <c:pt idx="115">
                  <c:v>1E-3</c:v>
                </c:pt>
                <c:pt idx="116">
                  <c:v>1E-3</c:v>
                </c:pt>
                <c:pt idx="117">
                  <c:v>1E-3</c:v>
                </c:pt>
                <c:pt idx="118">
                  <c:v>1E-3</c:v>
                </c:pt>
                <c:pt idx="119">
                  <c:v>1E-3</c:v>
                </c:pt>
                <c:pt idx="120">
                  <c:v>1E-3</c:v>
                </c:pt>
                <c:pt idx="121">
                  <c:v>1E-3</c:v>
                </c:pt>
                <c:pt idx="122">
                  <c:v>1E-3</c:v>
                </c:pt>
                <c:pt idx="123">
                  <c:v>1E-3</c:v>
                </c:pt>
                <c:pt idx="124">
                  <c:v>1E-3</c:v>
                </c:pt>
                <c:pt idx="125">
                  <c:v>1E-3</c:v>
                </c:pt>
                <c:pt idx="126">
                  <c:v>1E-3</c:v>
                </c:pt>
                <c:pt idx="127">
                  <c:v>1E-3</c:v>
                </c:pt>
                <c:pt idx="128">
                  <c:v>1E-3</c:v>
                </c:pt>
                <c:pt idx="129">
                  <c:v>1E-3</c:v>
                </c:pt>
                <c:pt idx="130">
                  <c:v>1E-3</c:v>
                </c:pt>
                <c:pt idx="131">
                  <c:v>1E-3</c:v>
                </c:pt>
                <c:pt idx="132">
                  <c:v>1E-3</c:v>
                </c:pt>
                <c:pt idx="133">
                  <c:v>1E-3</c:v>
                </c:pt>
                <c:pt idx="134">
                  <c:v>1E-3</c:v>
                </c:pt>
                <c:pt idx="135">
                  <c:v>1E-3</c:v>
                </c:pt>
                <c:pt idx="136">
                  <c:v>1E-3</c:v>
                </c:pt>
                <c:pt idx="137">
                  <c:v>1E-3</c:v>
                </c:pt>
                <c:pt idx="138">
                  <c:v>1E-3</c:v>
                </c:pt>
                <c:pt idx="139">
                  <c:v>1E-3</c:v>
                </c:pt>
                <c:pt idx="140">
                  <c:v>1E-3</c:v>
                </c:pt>
                <c:pt idx="141">
                  <c:v>1E-3</c:v>
                </c:pt>
                <c:pt idx="142">
                  <c:v>1E-3</c:v>
                </c:pt>
                <c:pt idx="143">
                  <c:v>1E-3</c:v>
                </c:pt>
                <c:pt idx="144">
                  <c:v>1E-3</c:v>
                </c:pt>
                <c:pt idx="145">
                  <c:v>1E-3</c:v>
                </c:pt>
                <c:pt idx="146">
                  <c:v>1E-3</c:v>
                </c:pt>
                <c:pt idx="147">
                  <c:v>1E-3</c:v>
                </c:pt>
                <c:pt idx="148">
                  <c:v>1E-3</c:v>
                </c:pt>
                <c:pt idx="149">
                  <c:v>1E-3</c:v>
                </c:pt>
                <c:pt idx="150">
                  <c:v>1E-3</c:v>
                </c:pt>
                <c:pt idx="151">
                  <c:v>1E-3</c:v>
                </c:pt>
                <c:pt idx="152">
                  <c:v>1E-3</c:v>
                </c:pt>
                <c:pt idx="153">
                  <c:v>1E-3</c:v>
                </c:pt>
                <c:pt idx="154">
                  <c:v>1E-3</c:v>
                </c:pt>
                <c:pt idx="155">
                  <c:v>1E-3</c:v>
                </c:pt>
                <c:pt idx="156">
                  <c:v>1E-3</c:v>
                </c:pt>
                <c:pt idx="157">
                  <c:v>1E-3</c:v>
                </c:pt>
                <c:pt idx="158">
                  <c:v>1E-3</c:v>
                </c:pt>
                <c:pt idx="159">
                  <c:v>1E-3</c:v>
                </c:pt>
                <c:pt idx="160">
                  <c:v>1E-3</c:v>
                </c:pt>
                <c:pt idx="161">
                  <c:v>1E-3</c:v>
                </c:pt>
                <c:pt idx="162">
                  <c:v>1E-3</c:v>
                </c:pt>
                <c:pt idx="163">
                  <c:v>1E-3</c:v>
                </c:pt>
                <c:pt idx="164">
                  <c:v>1E-3</c:v>
                </c:pt>
                <c:pt idx="165">
                  <c:v>1E-3</c:v>
                </c:pt>
                <c:pt idx="166">
                  <c:v>1E-3</c:v>
                </c:pt>
                <c:pt idx="167">
                  <c:v>1E-3</c:v>
                </c:pt>
                <c:pt idx="168">
                  <c:v>1E-3</c:v>
                </c:pt>
                <c:pt idx="169">
                  <c:v>1E-3</c:v>
                </c:pt>
                <c:pt idx="170">
                  <c:v>1E-3</c:v>
                </c:pt>
                <c:pt idx="171">
                  <c:v>1E-3</c:v>
                </c:pt>
                <c:pt idx="172">
                  <c:v>1E-3</c:v>
                </c:pt>
                <c:pt idx="173">
                  <c:v>1E-3</c:v>
                </c:pt>
                <c:pt idx="174">
                  <c:v>1E-3</c:v>
                </c:pt>
                <c:pt idx="175">
                  <c:v>1E-3</c:v>
                </c:pt>
                <c:pt idx="176">
                  <c:v>1E-3</c:v>
                </c:pt>
                <c:pt idx="177">
                  <c:v>1E-3</c:v>
                </c:pt>
                <c:pt idx="178">
                  <c:v>1E-3</c:v>
                </c:pt>
                <c:pt idx="179">
                  <c:v>1E-3</c:v>
                </c:pt>
                <c:pt idx="180">
                  <c:v>1E-3</c:v>
                </c:pt>
                <c:pt idx="181">
                  <c:v>1E-3</c:v>
                </c:pt>
                <c:pt idx="182">
                  <c:v>1E-3</c:v>
                </c:pt>
                <c:pt idx="183">
                  <c:v>1E-3</c:v>
                </c:pt>
                <c:pt idx="184">
                  <c:v>1E-3</c:v>
                </c:pt>
                <c:pt idx="185">
                  <c:v>1E-3</c:v>
                </c:pt>
                <c:pt idx="186">
                  <c:v>1E-3</c:v>
                </c:pt>
                <c:pt idx="187">
                  <c:v>1E-3</c:v>
                </c:pt>
                <c:pt idx="188">
                  <c:v>1E-3</c:v>
                </c:pt>
                <c:pt idx="189">
                  <c:v>1E-3</c:v>
                </c:pt>
                <c:pt idx="190">
                  <c:v>1E-3</c:v>
                </c:pt>
                <c:pt idx="191">
                  <c:v>1E-3</c:v>
                </c:pt>
                <c:pt idx="192">
                  <c:v>1E-3</c:v>
                </c:pt>
                <c:pt idx="193">
                  <c:v>1E-3</c:v>
                </c:pt>
                <c:pt idx="194">
                  <c:v>1E-3</c:v>
                </c:pt>
                <c:pt idx="195">
                  <c:v>1E-3</c:v>
                </c:pt>
                <c:pt idx="196">
                  <c:v>1E-3</c:v>
                </c:pt>
                <c:pt idx="197">
                  <c:v>1E-3</c:v>
                </c:pt>
                <c:pt idx="198">
                  <c:v>1E-3</c:v>
                </c:pt>
                <c:pt idx="199">
                  <c:v>1E-3</c:v>
                </c:pt>
                <c:pt idx="200">
                  <c:v>1E-3</c:v>
                </c:pt>
                <c:pt idx="201">
                  <c:v>1E-3</c:v>
                </c:pt>
                <c:pt idx="202">
                  <c:v>1E-3</c:v>
                </c:pt>
                <c:pt idx="203">
                  <c:v>1E-3</c:v>
                </c:pt>
                <c:pt idx="204">
                  <c:v>1E-3</c:v>
                </c:pt>
                <c:pt idx="205">
                  <c:v>1E-3</c:v>
                </c:pt>
                <c:pt idx="206">
                  <c:v>1E-3</c:v>
                </c:pt>
                <c:pt idx="207">
                  <c:v>1E-3</c:v>
                </c:pt>
                <c:pt idx="208">
                  <c:v>1E-3</c:v>
                </c:pt>
                <c:pt idx="209">
                  <c:v>1E-3</c:v>
                </c:pt>
                <c:pt idx="210">
                  <c:v>1E-3</c:v>
                </c:pt>
                <c:pt idx="211">
                  <c:v>1E-3</c:v>
                </c:pt>
                <c:pt idx="212">
                  <c:v>1E-3</c:v>
                </c:pt>
                <c:pt idx="213">
                  <c:v>1E-3</c:v>
                </c:pt>
                <c:pt idx="214">
                  <c:v>1E-3</c:v>
                </c:pt>
                <c:pt idx="215">
                  <c:v>1E-3</c:v>
                </c:pt>
                <c:pt idx="216">
                  <c:v>1E-3</c:v>
                </c:pt>
                <c:pt idx="217">
                  <c:v>1E-3</c:v>
                </c:pt>
                <c:pt idx="218">
                  <c:v>1E-3</c:v>
                </c:pt>
                <c:pt idx="219">
                  <c:v>1E-3</c:v>
                </c:pt>
                <c:pt idx="220">
                  <c:v>1E-3</c:v>
                </c:pt>
                <c:pt idx="221">
                  <c:v>1E-3</c:v>
                </c:pt>
                <c:pt idx="222">
                  <c:v>1E-3</c:v>
                </c:pt>
                <c:pt idx="223">
                  <c:v>1E-3</c:v>
                </c:pt>
                <c:pt idx="224">
                  <c:v>1E-3</c:v>
                </c:pt>
                <c:pt idx="225">
                  <c:v>1E-3</c:v>
                </c:pt>
                <c:pt idx="226">
                  <c:v>1E-3</c:v>
                </c:pt>
                <c:pt idx="227">
                  <c:v>1E-3</c:v>
                </c:pt>
                <c:pt idx="228">
                  <c:v>1E-3</c:v>
                </c:pt>
                <c:pt idx="229">
                  <c:v>1E-3</c:v>
                </c:pt>
                <c:pt idx="230">
                  <c:v>1E-3</c:v>
                </c:pt>
                <c:pt idx="231">
                  <c:v>1E-3</c:v>
                </c:pt>
                <c:pt idx="232">
                  <c:v>1E-3</c:v>
                </c:pt>
                <c:pt idx="233">
                  <c:v>1E-3</c:v>
                </c:pt>
                <c:pt idx="234">
                  <c:v>1E-3</c:v>
                </c:pt>
                <c:pt idx="235">
                  <c:v>1E-3</c:v>
                </c:pt>
                <c:pt idx="236">
                  <c:v>1E-3</c:v>
                </c:pt>
                <c:pt idx="237">
                  <c:v>1E-3</c:v>
                </c:pt>
                <c:pt idx="238">
                  <c:v>1E-3</c:v>
                </c:pt>
                <c:pt idx="239">
                  <c:v>1E-3</c:v>
                </c:pt>
                <c:pt idx="240">
                  <c:v>1E-3</c:v>
                </c:pt>
                <c:pt idx="241">
                  <c:v>1E-3</c:v>
                </c:pt>
                <c:pt idx="242">
                  <c:v>1E-3</c:v>
                </c:pt>
                <c:pt idx="243">
                  <c:v>1E-3</c:v>
                </c:pt>
                <c:pt idx="244">
                  <c:v>1E-3</c:v>
                </c:pt>
                <c:pt idx="245">
                  <c:v>1E-3</c:v>
                </c:pt>
                <c:pt idx="246">
                  <c:v>1E-3</c:v>
                </c:pt>
                <c:pt idx="247">
                  <c:v>1E-3</c:v>
                </c:pt>
                <c:pt idx="248">
                  <c:v>1E-3</c:v>
                </c:pt>
                <c:pt idx="249">
                  <c:v>1E-3</c:v>
                </c:pt>
                <c:pt idx="250">
                  <c:v>1E-3</c:v>
                </c:pt>
                <c:pt idx="251">
                  <c:v>1E-3</c:v>
                </c:pt>
                <c:pt idx="252">
                  <c:v>1E-3</c:v>
                </c:pt>
                <c:pt idx="253">
                  <c:v>1E-3</c:v>
                </c:pt>
                <c:pt idx="254">
                  <c:v>1E-3</c:v>
                </c:pt>
                <c:pt idx="255">
                  <c:v>1E-3</c:v>
                </c:pt>
                <c:pt idx="256">
                  <c:v>1E-3</c:v>
                </c:pt>
                <c:pt idx="257">
                  <c:v>1E-3</c:v>
                </c:pt>
                <c:pt idx="258">
                  <c:v>1E-3</c:v>
                </c:pt>
                <c:pt idx="259">
                  <c:v>1E-3</c:v>
                </c:pt>
                <c:pt idx="260">
                  <c:v>1E-3</c:v>
                </c:pt>
                <c:pt idx="261">
                  <c:v>1E-3</c:v>
                </c:pt>
                <c:pt idx="262">
                  <c:v>1E-3</c:v>
                </c:pt>
                <c:pt idx="263">
                  <c:v>1E-3</c:v>
                </c:pt>
                <c:pt idx="264">
                  <c:v>1E-3</c:v>
                </c:pt>
                <c:pt idx="265">
                  <c:v>1E-3</c:v>
                </c:pt>
                <c:pt idx="266">
                  <c:v>1E-3</c:v>
                </c:pt>
                <c:pt idx="267">
                  <c:v>1E-3</c:v>
                </c:pt>
                <c:pt idx="268">
                  <c:v>1E-3</c:v>
                </c:pt>
                <c:pt idx="269">
                  <c:v>1E-3</c:v>
                </c:pt>
                <c:pt idx="270">
                  <c:v>1E-3</c:v>
                </c:pt>
                <c:pt idx="271">
                  <c:v>1E-3</c:v>
                </c:pt>
                <c:pt idx="272">
                  <c:v>1E-3</c:v>
                </c:pt>
                <c:pt idx="273">
                  <c:v>1E-3</c:v>
                </c:pt>
                <c:pt idx="274">
                  <c:v>1E-3</c:v>
                </c:pt>
                <c:pt idx="275">
                  <c:v>1E-3</c:v>
                </c:pt>
                <c:pt idx="276">
                  <c:v>1E-3</c:v>
                </c:pt>
                <c:pt idx="277">
                  <c:v>1E-3</c:v>
                </c:pt>
                <c:pt idx="278">
                  <c:v>1E-3</c:v>
                </c:pt>
                <c:pt idx="279">
                  <c:v>1E-3</c:v>
                </c:pt>
                <c:pt idx="280">
                  <c:v>1E-3</c:v>
                </c:pt>
                <c:pt idx="281">
                  <c:v>1E-3</c:v>
                </c:pt>
                <c:pt idx="282">
                  <c:v>1E-3</c:v>
                </c:pt>
                <c:pt idx="283">
                  <c:v>1E-3</c:v>
                </c:pt>
                <c:pt idx="284">
                  <c:v>1E-3</c:v>
                </c:pt>
                <c:pt idx="285">
                  <c:v>1E-3</c:v>
                </c:pt>
                <c:pt idx="286">
                  <c:v>1E-3</c:v>
                </c:pt>
                <c:pt idx="287">
                  <c:v>1E-3</c:v>
                </c:pt>
                <c:pt idx="288">
                  <c:v>1E-3</c:v>
                </c:pt>
                <c:pt idx="289">
                  <c:v>1E-3</c:v>
                </c:pt>
                <c:pt idx="290">
                  <c:v>1E-3</c:v>
                </c:pt>
                <c:pt idx="291">
                  <c:v>1E-3</c:v>
                </c:pt>
                <c:pt idx="292">
                  <c:v>1E-3</c:v>
                </c:pt>
                <c:pt idx="293">
                  <c:v>1E-3</c:v>
                </c:pt>
                <c:pt idx="294">
                  <c:v>1E-3</c:v>
                </c:pt>
                <c:pt idx="295">
                  <c:v>1E-3</c:v>
                </c:pt>
                <c:pt idx="296">
                  <c:v>1E-3</c:v>
                </c:pt>
                <c:pt idx="297">
                  <c:v>1E-3</c:v>
                </c:pt>
                <c:pt idx="298">
                  <c:v>1E-3</c:v>
                </c:pt>
                <c:pt idx="299">
                  <c:v>1E-3</c:v>
                </c:pt>
                <c:pt idx="300">
                  <c:v>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ED0-4903-B738-22C46D100D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57685840"/>
        <c:axId val="757679120"/>
      </c:scatterChart>
      <c:valAx>
        <c:axId val="757685840"/>
        <c:scaling>
          <c:orientation val="minMax"/>
          <c:max val="3200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57679120"/>
        <c:crosses val="autoZero"/>
        <c:crossBetween val="midCat"/>
      </c:valAx>
      <c:valAx>
        <c:axId val="757679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5768584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scatterChart>
        <c:scatterStyle val="lineMarker"/>
        <c:varyColors val="0"/>
        <c:ser>
          <c:idx val="1"/>
          <c:order val="0"/>
          <c:tx>
            <c:strRef>
              <c:f>inp_bind_001_k_change_12_k_all!$C$1</c:f>
              <c:strCache>
                <c:ptCount val="1"/>
                <c:pt idx="0">
                  <c:v>k_rC_120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inp_bind_001_k_change_12_k_all!$A$2:$A$302</c:f>
              <c:numCache>
                <c:formatCode>General</c:formatCode>
                <c:ptCount val="301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  <c:pt idx="101">
                  <c:v>10100</c:v>
                </c:pt>
                <c:pt idx="102">
                  <c:v>10200</c:v>
                </c:pt>
                <c:pt idx="103">
                  <c:v>10300</c:v>
                </c:pt>
                <c:pt idx="104">
                  <c:v>10400</c:v>
                </c:pt>
                <c:pt idx="105">
                  <c:v>10500</c:v>
                </c:pt>
                <c:pt idx="106">
                  <c:v>10600</c:v>
                </c:pt>
                <c:pt idx="107">
                  <c:v>10700</c:v>
                </c:pt>
                <c:pt idx="108">
                  <c:v>10800</c:v>
                </c:pt>
                <c:pt idx="109">
                  <c:v>10900</c:v>
                </c:pt>
                <c:pt idx="110">
                  <c:v>11000</c:v>
                </c:pt>
                <c:pt idx="111">
                  <c:v>11100</c:v>
                </c:pt>
                <c:pt idx="112">
                  <c:v>11200</c:v>
                </c:pt>
                <c:pt idx="113">
                  <c:v>11300</c:v>
                </c:pt>
                <c:pt idx="114">
                  <c:v>11400</c:v>
                </c:pt>
                <c:pt idx="115">
                  <c:v>11500</c:v>
                </c:pt>
                <c:pt idx="116">
                  <c:v>11600</c:v>
                </c:pt>
                <c:pt idx="117">
                  <c:v>11700</c:v>
                </c:pt>
                <c:pt idx="118">
                  <c:v>11800</c:v>
                </c:pt>
                <c:pt idx="119">
                  <c:v>11900</c:v>
                </c:pt>
                <c:pt idx="120">
                  <c:v>12000</c:v>
                </c:pt>
                <c:pt idx="121">
                  <c:v>12100</c:v>
                </c:pt>
                <c:pt idx="122">
                  <c:v>12200</c:v>
                </c:pt>
                <c:pt idx="123">
                  <c:v>12300</c:v>
                </c:pt>
                <c:pt idx="124">
                  <c:v>12400</c:v>
                </c:pt>
                <c:pt idx="125">
                  <c:v>12500</c:v>
                </c:pt>
                <c:pt idx="126">
                  <c:v>12600</c:v>
                </c:pt>
                <c:pt idx="127">
                  <c:v>12700</c:v>
                </c:pt>
                <c:pt idx="128">
                  <c:v>12800</c:v>
                </c:pt>
                <c:pt idx="129">
                  <c:v>12900</c:v>
                </c:pt>
                <c:pt idx="130">
                  <c:v>13000</c:v>
                </c:pt>
                <c:pt idx="131">
                  <c:v>13100</c:v>
                </c:pt>
                <c:pt idx="132">
                  <c:v>13200</c:v>
                </c:pt>
                <c:pt idx="133">
                  <c:v>13300</c:v>
                </c:pt>
                <c:pt idx="134">
                  <c:v>13400</c:v>
                </c:pt>
                <c:pt idx="135">
                  <c:v>13500</c:v>
                </c:pt>
                <c:pt idx="136">
                  <c:v>13600</c:v>
                </c:pt>
                <c:pt idx="137">
                  <c:v>13700</c:v>
                </c:pt>
                <c:pt idx="138">
                  <c:v>13800</c:v>
                </c:pt>
                <c:pt idx="139">
                  <c:v>13900</c:v>
                </c:pt>
                <c:pt idx="140">
                  <c:v>14000</c:v>
                </c:pt>
                <c:pt idx="141">
                  <c:v>14100</c:v>
                </c:pt>
                <c:pt idx="142">
                  <c:v>14200</c:v>
                </c:pt>
                <c:pt idx="143">
                  <c:v>14300</c:v>
                </c:pt>
                <c:pt idx="144">
                  <c:v>14400</c:v>
                </c:pt>
                <c:pt idx="145">
                  <c:v>14500</c:v>
                </c:pt>
                <c:pt idx="146">
                  <c:v>14600</c:v>
                </c:pt>
                <c:pt idx="147">
                  <c:v>14700</c:v>
                </c:pt>
                <c:pt idx="148">
                  <c:v>14800</c:v>
                </c:pt>
                <c:pt idx="149">
                  <c:v>14900</c:v>
                </c:pt>
                <c:pt idx="150">
                  <c:v>15000</c:v>
                </c:pt>
                <c:pt idx="151">
                  <c:v>15100</c:v>
                </c:pt>
                <c:pt idx="152">
                  <c:v>15200</c:v>
                </c:pt>
                <c:pt idx="153">
                  <c:v>15300</c:v>
                </c:pt>
                <c:pt idx="154">
                  <c:v>15400</c:v>
                </c:pt>
                <c:pt idx="155">
                  <c:v>15500</c:v>
                </c:pt>
                <c:pt idx="156">
                  <c:v>15600</c:v>
                </c:pt>
                <c:pt idx="157">
                  <c:v>15700</c:v>
                </c:pt>
                <c:pt idx="158">
                  <c:v>15800</c:v>
                </c:pt>
                <c:pt idx="159">
                  <c:v>15900</c:v>
                </c:pt>
                <c:pt idx="160">
                  <c:v>16000</c:v>
                </c:pt>
                <c:pt idx="161">
                  <c:v>16100</c:v>
                </c:pt>
                <c:pt idx="162">
                  <c:v>16200</c:v>
                </c:pt>
                <c:pt idx="163">
                  <c:v>16300</c:v>
                </c:pt>
                <c:pt idx="164">
                  <c:v>16400</c:v>
                </c:pt>
                <c:pt idx="165">
                  <c:v>16500</c:v>
                </c:pt>
                <c:pt idx="166">
                  <c:v>16600</c:v>
                </c:pt>
                <c:pt idx="167">
                  <c:v>16700</c:v>
                </c:pt>
                <c:pt idx="168">
                  <c:v>16800</c:v>
                </c:pt>
                <c:pt idx="169">
                  <c:v>16900</c:v>
                </c:pt>
                <c:pt idx="170">
                  <c:v>17000</c:v>
                </c:pt>
                <c:pt idx="171">
                  <c:v>17100</c:v>
                </c:pt>
                <c:pt idx="172">
                  <c:v>17200</c:v>
                </c:pt>
                <c:pt idx="173">
                  <c:v>17300</c:v>
                </c:pt>
                <c:pt idx="174">
                  <c:v>17400</c:v>
                </c:pt>
                <c:pt idx="175">
                  <c:v>17500</c:v>
                </c:pt>
                <c:pt idx="176">
                  <c:v>17600</c:v>
                </c:pt>
                <c:pt idx="177">
                  <c:v>17700</c:v>
                </c:pt>
                <c:pt idx="178">
                  <c:v>17800</c:v>
                </c:pt>
                <c:pt idx="179">
                  <c:v>17900</c:v>
                </c:pt>
                <c:pt idx="180">
                  <c:v>18000</c:v>
                </c:pt>
                <c:pt idx="181">
                  <c:v>18100</c:v>
                </c:pt>
                <c:pt idx="182">
                  <c:v>18200</c:v>
                </c:pt>
                <c:pt idx="183">
                  <c:v>18300</c:v>
                </c:pt>
                <c:pt idx="184">
                  <c:v>18400</c:v>
                </c:pt>
                <c:pt idx="185">
                  <c:v>18500</c:v>
                </c:pt>
                <c:pt idx="186">
                  <c:v>18600</c:v>
                </c:pt>
                <c:pt idx="187">
                  <c:v>18700</c:v>
                </c:pt>
                <c:pt idx="188">
                  <c:v>18800</c:v>
                </c:pt>
                <c:pt idx="189">
                  <c:v>18900</c:v>
                </c:pt>
                <c:pt idx="190">
                  <c:v>19000</c:v>
                </c:pt>
                <c:pt idx="191">
                  <c:v>19100</c:v>
                </c:pt>
                <c:pt idx="192">
                  <c:v>19200</c:v>
                </c:pt>
                <c:pt idx="193">
                  <c:v>19300</c:v>
                </c:pt>
                <c:pt idx="194">
                  <c:v>19400</c:v>
                </c:pt>
                <c:pt idx="195">
                  <c:v>19500</c:v>
                </c:pt>
                <c:pt idx="196">
                  <c:v>19600</c:v>
                </c:pt>
                <c:pt idx="197">
                  <c:v>19700</c:v>
                </c:pt>
                <c:pt idx="198">
                  <c:v>19800</c:v>
                </c:pt>
                <c:pt idx="199">
                  <c:v>19900</c:v>
                </c:pt>
                <c:pt idx="200">
                  <c:v>20000</c:v>
                </c:pt>
                <c:pt idx="201">
                  <c:v>20100</c:v>
                </c:pt>
                <c:pt idx="202">
                  <c:v>20200</c:v>
                </c:pt>
                <c:pt idx="203">
                  <c:v>20300</c:v>
                </c:pt>
                <c:pt idx="204">
                  <c:v>20400</c:v>
                </c:pt>
                <c:pt idx="205">
                  <c:v>20500</c:v>
                </c:pt>
                <c:pt idx="206">
                  <c:v>20600</c:v>
                </c:pt>
                <c:pt idx="207">
                  <c:v>20700</c:v>
                </c:pt>
                <c:pt idx="208">
                  <c:v>20800</c:v>
                </c:pt>
                <c:pt idx="209">
                  <c:v>20900</c:v>
                </c:pt>
                <c:pt idx="210">
                  <c:v>21000</c:v>
                </c:pt>
                <c:pt idx="211">
                  <c:v>21100</c:v>
                </c:pt>
                <c:pt idx="212">
                  <c:v>21200</c:v>
                </c:pt>
                <c:pt idx="213">
                  <c:v>21300</c:v>
                </c:pt>
                <c:pt idx="214">
                  <c:v>21400</c:v>
                </c:pt>
                <c:pt idx="215">
                  <c:v>21500</c:v>
                </c:pt>
                <c:pt idx="216">
                  <c:v>21600</c:v>
                </c:pt>
                <c:pt idx="217">
                  <c:v>21700</c:v>
                </c:pt>
                <c:pt idx="218">
                  <c:v>21800</c:v>
                </c:pt>
                <c:pt idx="219">
                  <c:v>21900</c:v>
                </c:pt>
                <c:pt idx="220">
                  <c:v>22000</c:v>
                </c:pt>
                <c:pt idx="221">
                  <c:v>22100</c:v>
                </c:pt>
                <c:pt idx="222">
                  <c:v>22200</c:v>
                </c:pt>
                <c:pt idx="223">
                  <c:v>22300</c:v>
                </c:pt>
                <c:pt idx="224">
                  <c:v>22400</c:v>
                </c:pt>
                <c:pt idx="225">
                  <c:v>22500</c:v>
                </c:pt>
                <c:pt idx="226">
                  <c:v>22600</c:v>
                </c:pt>
                <c:pt idx="227">
                  <c:v>22700</c:v>
                </c:pt>
                <c:pt idx="228">
                  <c:v>22800</c:v>
                </c:pt>
                <c:pt idx="229">
                  <c:v>22900</c:v>
                </c:pt>
                <c:pt idx="230">
                  <c:v>23000</c:v>
                </c:pt>
                <c:pt idx="231">
                  <c:v>23100</c:v>
                </c:pt>
                <c:pt idx="232">
                  <c:v>23200</c:v>
                </c:pt>
                <c:pt idx="233">
                  <c:v>23300</c:v>
                </c:pt>
                <c:pt idx="234">
                  <c:v>23400</c:v>
                </c:pt>
                <c:pt idx="235">
                  <c:v>23500</c:v>
                </c:pt>
                <c:pt idx="236">
                  <c:v>23600</c:v>
                </c:pt>
                <c:pt idx="237">
                  <c:v>23700</c:v>
                </c:pt>
                <c:pt idx="238">
                  <c:v>23800</c:v>
                </c:pt>
                <c:pt idx="239">
                  <c:v>23900</c:v>
                </c:pt>
                <c:pt idx="240">
                  <c:v>24000</c:v>
                </c:pt>
                <c:pt idx="241">
                  <c:v>24100</c:v>
                </c:pt>
                <c:pt idx="242">
                  <c:v>24200</c:v>
                </c:pt>
                <c:pt idx="243">
                  <c:v>24300</c:v>
                </c:pt>
                <c:pt idx="244">
                  <c:v>24400</c:v>
                </c:pt>
                <c:pt idx="245">
                  <c:v>24500</c:v>
                </c:pt>
                <c:pt idx="246">
                  <c:v>24600</c:v>
                </c:pt>
                <c:pt idx="247">
                  <c:v>24700</c:v>
                </c:pt>
                <c:pt idx="248">
                  <c:v>24800</c:v>
                </c:pt>
                <c:pt idx="249">
                  <c:v>24900</c:v>
                </c:pt>
                <c:pt idx="250">
                  <c:v>25000</c:v>
                </c:pt>
                <c:pt idx="251">
                  <c:v>25100</c:v>
                </c:pt>
                <c:pt idx="252">
                  <c:v>25200</c:v>
                </c:pt>
                <c:pt idx="253">
                  <c:v>25300</c:v>
                </c:pt>
                <c:pt idx="254">
                  <c:v>25400</c:v>
                </c:pt>
                <c:pt idx="255">
                  <c:v>25500</c:v>
                </c:pt>
                <c:pt idx="256">
                  <c:v>25600</c:v>
                </c:pt>
                <c:pt idx="257">
                  <c:v>25700</c:v>
                </c:pt>
                <c:pt idx="258">
                  <c:v>25800</c:v>
                </c:pt>
                <c:pt idx="259">
                  <c:v>25900</c:v>
                </c:pt>
                <c:pt idx="260">
                  <c:v>26000</c:v>
                </c:pt>
                <c:pt idx="261">
                  <c:v>26100</c:v>
                </c:pt>
                <c:pt idx="262">
                  <c:v>26200</c:v>
                </c:pt>
                <c:pt idx="263">
                  <c:v>26300</c:v>
                </c:pt>
                <c:pt idx="264">
                  <c:v>26400</c:v>
                </c:pt>
                <c:pt idx="265">
                  <c:v>26500</c:v>
                </c:pt>
                <c:pt idx="266">
                  <c:v>26600</c:v>
                </c:pt>
                <c:pt idx="267">
                  <c:v>26700</c:v>
                </c:pt>
                <c:pt idx="268">
                  <c:v>26800</c:v>
                </c:pt>
                <c:pt idx="269">
                  <c:v>26900</c:v>
                </c:pt>
                <c:pt idx="270">
                  <c:v>27000</c:v>
                </c:pt>
                <c:pt idx="271">
                  <c:v>27100</c:v>
                </c:pt>
                <c:pt idx="272">
                  <c:v>27200</c:v>
                </c:pt>
                <c:pt idx="273">
                  <c:v>27300</c:v>
                </c:pt>
                <c:pt idx="274">
                  <c:v>27400</c:v>
                </c:pt>
                <c:pt idx="275">
                  <c:v>27500</c:v>
                </c:pt>
                <c:pt idx="276">
                  <c:v>27600</c:v>
                </c:pt>
                <c:pt idx="277">
                  <c:v>27700</c:v>
                </c:pt>
                <c:pt idx="278">
                  <c:v>27800</c:v>
                </c:pt>
                <c:pt idx="279">
                  <c:v>27900</c:v>
                </c:pt>
                <c:pt idx="280">
                  <c:v>28000</c:v>
                </c:pt>
                <c:pt idx="281">
                  <c:v>28100</c:v>
                </c:pt>
                <c:pt idx="282">
                  <c:v>28200</c:v>
                </c:pt>
                <c:pt idx="283">
                  <c:v>28300</c:v>
                </c:pt>
                <c:pt idx="284">
                  <c:v>28400</c:v>
                </c:pt>
                <c:pt idx="285">
                  <c:v>28500</c:v>
                </c:pt>
                <c:pt idx="286">
                  <c:v>28600</c:v>
                </c:pt>
                <c:pt idx="287">
                  <c:v>28700</c:v>
                </c:pt>
                <c:pt idx="288">
                  <c:v>28800</c:v>
                </c:pt>
                <c:pt idx="289">
                  <c:v>28900</c:v>
                </c:pt>
                <c:pt idx="290">
                  <c:v>29000</c:v>
                </c:pt>
                <c:pt idx="291">
                  <c:v>29100</c:v>
                </c:pt>
                <c:pt idx="292">
                  <c:v>29200</c:v>
                </c:pt>
                <c:pt idx="293">
                  <c:v>29300</c:v>
                </c:pt>
                <c:pt idx="294">
                  <c:v>29400</c:v>
                </c:pt>
                <c:pt idx="295">
                  <c:v>29500</c:v>
                </c:pt>
                <c:pt idx="296">
                  <c:v>29600</c:v>
                </c:pt>
                <c:pt idx="297">
                  <c:v>29700</c:v>
                </c:pt>
                <c:pt idx="298">
                  <c:v>29800</c:v>
                </c:pt>
                <c:pt idx="299">
                  <c:v>29900</c:v>
                </c:pt>
                <c:pt idx="300">
                  <c:v>30000</c:v>
                </c:pt>
              </c:numCache>
            </c:numRef>
          </c:xVal>
          <c:yVal>
            <c:numRef>
              <c:f>inp_bind_001_k_change_12_k_all!$C$2:$C$302</c:f>
              <c:numCache>
                <c:formatCode>General</c:formatCode>
                <c:ptCount val="301"/>
                <c:pt idx="0">
                  <c:v>0.01</c:v>
                </c:pt>
                <c:pt idx="1">
                  <c:v>9.8875000000000005E-3</c:v>
                </c:pt>
                <c:pt idx="2">
                  <c:v>9.7750000000000007E-3</c:v>
                </c:pt>
                <c:pt idx="3">
                  <c:v>9.6624999999999992E-3</c:v>
                </c:pt>
                <c:pt idx="4">
                  <c:v>9.5499999999999995E-3</c:v>
                </c:pt>
                <c:pt idx="5">
                  <c:v>9.4374999999999997E-3</c:v>
                </c:pt>
                <c:pt idx="6">
                  <c:v>9.325E-3</c:v>
                </c:pt>
                <c:pt idx="7">
                  <c:v>9.2125000000000002E-3</c:v>
                </c:pt>
                <c:pt idx="8">
                  <c:v>9.1000000000000004E-3</c:v>
                </c:pt>
                <c:pt idx="9">
                  <c:v>8.9875000000000007E-3</c:v>
                </c:pt>
                <c:pt idx="10">
                  <c:v>8.8749999999999992E-3</c:v>
                </c:pt>
                <c:pt idx="11">
                  <c:v>8.7624999999999995E-3</c:v>
                </c:pt>
                <c:pt idx="12">
                  <c:v>8.6499999999999997E-3</c:v>
                </c:pt>
                <c:pt idx="13">
                  <c:v>8.5375E-3</c:v>
                </c:pt>
                <c:pt idx="14">
                  <c:v>8.4250000000000002E-3</c:v>
                </c:pt>
                <c:pt idx="15">
                  <c:v>8.3125000000000004E-3</c:v>
                </c:pt>
                <c:pt idx="16">
                  <c:v>8.2000000000000007E-3</c:v>
                </c:pt>
                <c:pt idx="17">
                  <c:v>8.0874999999999992E-3</c:v>
                </c:pt>
                <c:pt idx="18">
                  <c:v>7.9749999999999995E-3</c:v>
                </c:pt>
                <c:pt idx="19">
                  <c:v>7.8624999999999997E-3</c:v>
                </c:pt>
                <c:pt idx="20">
                  <c:v>7.7499999999999999E-3</c:v>
                </c:pt>
                <c:pt idx="21">
                  <c:v>7.6375000000000002E-3</c:v>
                </c:pt>
                <c:pt idx="22">
                  <c:v>7.5249999999999996E-3</c:v>
                </c:pt>
                <c:pt idx="23">
                  <c:v>7.4124999999999998E-3</c:v>
                </c:pt>
                <c:pt idx="24">
                  <c:v>7.3000000000000001E-3</c:v>
                </c:pt>
                <c:pt idx="25">
                  <c:v>7.1874999999999899E-3</c:v>
                </c:pt>
                <c:pt idx="26">
                  <c:v>7.0749999999999997E-3</c:v>
                </c:pt>
                <c:pt idx="27">
                  <c:v>6.9624999999999999E-3</c:v>
                </c:pt>
                <c:pt idx="28">
                  <c:v>6.8500000000000002E-3</c:v>
                </c:pt>
                <c:pt idx="29">
                  <c:v>6.7375000000000004E-3</c:v>
                </c:pt>
                <c:pt idx="30">
                  <c:v>6.6249999999999998E-3</c:v>
                </c:pt>
                <c:pt idx="31">
                  <c:v>6.5125000000000001E-3</c:v>
                </c:pt>
                <c:pt idx="32">
                  <c:v>6.3999999999999899E-3</c:v>
                </c:pt>
                <c:pt idx="33">
                  <c:v>6.2874999999999997E-3</c:v>
                </c:pt>
                <c:pt idx="34">
                  <c:v>6.1749999999999999E-3</c:v>
                </c:pt>
                <c:pt idx="35">
                  <c:v>6.0625000000000002E-3</c:v>
                </c:pt>
                <c:pt idx="36">
                  <c:v>5.94999999999999E-3</c:v>
                </c:pt>
                <c:pt idx="37">
                  <c:v>5.8374999999999998E-3</c:v>
                </c:pt>
                <c:pt idx="38">
                  <c:v>5.7250000000000001E-3</c:v>
                </c:pt>
                <c:pt idx="39">
                  <c:v>5.6125000000000003E-3</c:v>
                </c:pt>
                <c:pt idx="40">
                  <c:v>5.4999999999999997E-3</c:v>
                </c:pt>
                <c:pt idx="41">
                  <c:v>5.3874999999999999E-3</c:v>
                </c:pt>
                <c:pt idx="42">
                  <c:v>5.2749999999999898E-3</c:v>
                </c:pt>
                <c:pt idx="43">
                  <c:v>5.16249999999999E-3</c:v>
                </c:pt>
                <c:pt idx="44">
                  <c:v>5.0499999999999998E-3</c:v>
                </c:pt>
                <c:pt idx="45">
                  <c:v>4.9374999999999896E-3</c:v>
                </c:pt>
                <c:pt idx="46">
                  <c:v>4.8249999999999899E-3</c:v>
                </c:pt>
                <c:pt idx="47">
                  <c:v>4.7124999999999997E-3</c:v>
                </c:pt>
                <c:pt idx="48">
                  <c:v>4.5999999999999999E-3</c:v>
                </c:pt>
                <c:pt idx="49">
                  <c:v>4.4874999999999898E-3</c:v>
                </c:pt>
                <c:pt idx="50">
                  <c:v>4.37499999999999E-3</c:v>
                </c:pt>
                <c:pt idx="51">
                  <c:v>4.2624999999999998E-3</c:v>
                </c:pt>
                <c:pt idx="52">
                  <c:v>4.15E-3</c:v>
                </c:pt>
                <c:pt idx="53">
                  <c:v>4.0374999999999899E-3</c:v>
                </c:pt>
                <c:pt idx="54">
                  <c:v>3.9249999999999901E-3</c:v>
                </c:pt>
                <c:pt idx="55">
                  <c:v>3.8124999999999899E-3</c:v>
                </c:pt>
                <c:pt idx="56">
                  <c:v>3.6999999999999902E-3</c:v>
                </c:pt>
                <c:pt idx="57">
                  <c:v>3.58749999999999E-3</c:v>
                </c:pt>
                <c:pt idx="58">
                  <c:v>3.4749999999999998E-3</c:v>
                </c:pt>
                <c:pt idx="59">
                  <c:v>3.3624999999999901E-3</c:v>
                </c:pt>
                <c:pt idx="60">
                  <c:v>3.2499999999999899E-3</c:v>
                </c:pt>
                <c:pt idx="61">
                  <c:v>3.1374999999999901E-3</c:v>
                </c:pt>
                <c:pt idx="62">
                  <c:v>3.0249999999999999E-3</c:v>
                </c:pt>
                <c:pt idx="63">
                  <c:v>2.9124999999999902E-3</c:v>
                </c:pt>
                <c:pt idx="64">
                  <c:v>2.79999999999999E-3</c:v>
                </c:pt>
                <c:pt idx="65">
                  <c:v>2.6874999999999898E-3</c:v>
                </c:pt>
                <c:pt idx="66">
                  <c:v>2.5749999999999901E-3</c:v>
                </c:pt>
                <c:pt idx="67">
                  <c:v>2.4624999999999899E-3</c:v>
                </c:pt>
                <c:pt idx="68">
                  <c:v>2.3499999999999901E-3</c:v>
                </c:pt>
                <c:pt idx="69">
                  <c:v>2.2374999999999899E-3</c:v>
                </c:pt>
                <c:pt idx="70">
                  <c:v>2.1250000000000002E-3</c:v>
                </c:pt>
                <c:pt idx="71">
                  <c:v>2.01249999999999E-3</c:v>
                </c:pt>
                <c:pt idx="72">
                  <c:v>1.89999999999999E-3</c:v>
                </c:pt>
                <c:pt idx="73">
                  <c:v>1.7874999999999901E-3</c:v>
                </c:pt>
                <c:pt idx="74">
                  <c:v>1.6749999999999901E-3</c:v>
                </c:pt>
                <c:pt idx="75">
                  <c:v>1.5624999999999899E-3</c:v>
                </c:pt>
                <c:pt idx="76">
                  <c:v>1.4499999999999999E-3</c:v>
                </c:pt>
                <c:pt idx="77">
                  <c:v>1.33749999999999E-3</c:v>
                </c:pt>
                <c:pt idx="78">
                  <c:v>1.225E-3</c:v>
                </c:pt>
                <c:pt idx="79">
                  <c:v>1.11249999999999E-3</c:v>
                </c:pt>
                <c:pt idx="80">
                  <c:v>1E-3</c:v>
                </c:pt>
                <c:pt idx="81">
                  <c:v>1E-3</c:v>
                </c:pt>
                <c:pt idx="82">
                  <c:v>1E-3</c:v>
                </c:pt>
                <c:pt idx="83">
                  <c:v>1E-3</c:v>
                </c:pt>
                <c:pt idx="84">
                  <c:v>1E-3</c:v>
                </c:pt>
                <c:pt idx="85">
                  <c:v>1E-3</c:v>
                </c:pt>
                <c:pt idx="86">
                  <c:v>1E-3</c:v>
                </c:pt>
                <c:pt idx="87">
                  <c:v>1E-3</c:v>
                </c:pt>
                <c:pt idx="88">
                  <c:v>1E-3</c:v>
                </c:pt>
                <c:pt idx="89">
                  <c:v>1E-3</c:v>
                </c:pt>
                <c:pt idx="90">
                  <c:v>1E-3</c:v>
                </c:pt>
                <c:pt idx="91">
                  <c:v>1E-3</c:v>
                </c:pt>
                <c:pt idx="92">
                  <c:v>1E-3</c:v>
                </c:pt>
                <c:pt idx="93">
                  <c:v>1E-3</c:v>
                </c:pt>
                <c:pt idx="94">
                  <c:v>1E-3</c:v>
                </c:pt>
                <c:pt idx="95">
                  <c:v>1E-3</c:v>
                </c:pt>
                <c:pt idx="96">
                  <c:v>1E-3</c:v>
                </c:pt>
                <c:pt idx="97">
                  <c:v>1E-3</c:v>
                </c:pt>
                <c:pt idx="98">
                  <c:v>1E-3</c:v>
                </c:pt>
                <c:pt idx="99">
                  <c:v>1E-3</c:v>
                </c:pt>
                <c:pt idx="100">
                  <c:v>0.01</c:v>
                </c:pt>
                <c:pt idx="101">
                  <c:v>0.01</c:v>
                </c:pt>
                <c:pt idx="102">
                  <c:v>0.01</c:v>
                </c:pt>
                <c:pt idx="103">
                  <c:v>0.01</c:v>
                </c:pt>
                <c:pt idx="104">
                  <c:v>0.01</c:v>
                </c:pt>
                <c:pt idx="105">
                  <c:v>0.01</c:v>
                </c:pt>
                <c:pt idx="106">
                  <c:v>0.01</c:v>
                </c:pt>
                <c:pt idx="107">
                  <c:v>0.01</c:v>
                </c:pt>
                <c:pt idx="108">
                  <c:v>0.01</c:v>
                </c:pt>
                <c:pt idx="109">
                  <c:v>0.01</c:v>
                </c:pt>
                <c:pt idx="110">
                  <c:v>0.01</c:v>
                </c:pt>
                <c:pt idx="111">
                  <c:v>1E-3</c:v>
                </c:pt>
                <c:pt idx="112">
                  <c:v>1E-3</c:v>
                </c:pt>
                <c:pt idx="113">
                  <c:v>1E-3</c:v>
                </c:pt>
                <c:pt idx="114">
                  <c:v>1E-3</c:v>
                </c:pt>
                <c:pt idx="115">
                  <c:v>1E-3</c:v>
                </c:pt>
                <c:pt idx="116">
                  <c:v>1E-3</c:v>
                </c:pt>
                <c:pt idx="117">
                  <c:v>1E-3</c:v>
                </c:pt>
                <c:pt idx="118">
                  <c:v>1E-3</c:v>
                </c:pt>
                <c:pt idx="119">
                  <c:v>1E-3</c:v>
                </c:pt>
                <c:pt idx="120">
                  <c:v>1E-3</c:v>
                </c:pt>
                <c:pt idx="121">
                  <c:v>1E-3</c:v>
                </c:pt>
                <c:pt idx="122">
                  <c:v>1E-3</c:v>
                </c:pt>
                <c:pt idx="123">
                  <c:v>1E-3</c:v>
                </c:pt>
                <c:pt idx="124">
                  <c:v>1E-3</c:v>
                </c:pt>
                <c:pt idx="125">
                  <c:v>1E-3</c:v>
                </c:pt>
                <c:pt idx="126">
                  <c:v>1E-3</c:v>
                </c:pt>
                <c:pt idx="127">
                  <c:v>1E-3</c:v>
                </c:pt>
                <c:pt idx="128">
                  <c:v>1E-3</c:v>
                </c:pt>
                <c:pt idx="129">
                  <c:v>1E-3</c:v>
                </c:pt>
                <c:pt idx="130">
                  <c:v>1E-3</c:v>
                </c:pt>
                <c:pt idx="131">
                  <c:v>1E-3</c:v>
                </c:pt>
                <c:pt idx="132">
                  <c:v>1E-3</c:v>
                </c:pt>
                <c:pt idx="133">
                  <c:v>1E-3</c:v>
                </c:pt>
                <c:pt idx="134">
                  <c:v>1E-3</c:v>
                </c:pt>
                <c:pt idx="135">
                  <c:v>1E-3</c:v>
                </c:pt>
                <c:pt idx="136">
                  <c:v>1E-3</c:v>
                </c:pt>
                <c:pt idx="137">
                  <c:v>1E-3</c:v>
                </c:pt>
                <c:pt idx="138">
                  <c:v>1E-3</c:v>
                </c:pt>
                <c:pt idx="139">
                  <c:v>1E-3</c:v>
                </c:pt>
                <c:pt idx="140">
                  <c:v>1E-3</c:v>
                </c:pt>
                <c:pt idx="141">
                  <c:v>1E-3</c:v>
                </c:pt>
                <c:pt idx="142">
                  <c:v>1E-3</c:v>
                </c:pt>
                <c:pt idx="143">
                  <c:v>1E-3</c:v>
                </c:pt>
                <c:pt idx="144">
                  <c:v>1E-3</c:v>
                </c:pt>
                <c:pt idx="145">
                  <c:v>1E-3</c:v>
                </c:pt>
                <c:pt idx="146">
                  <c:v>1E-3</c:v>
                </c:pt>
                <c:pt idx="147">
                  <c:v>1E-3</c:v>
                </c:pt>
                <c:pt idx="148">
                  <c:v>1E-3</c:v>
                </c:pt>
                <c:pt idx="149">
                  <c:v>1E-3</c:v>
                </c:pt>
                <c:pt idx="150">
                  <c:v>1E-3</c:v>
                </c:pt>
                <c:pt idx="151">
                  <c:v>1E-3</c:v>
                </c:pt>
                <c:pt idx="152">
                  <c:v>1E-3</c:v>
                </c:pt>
                <c:pt idx="153">
                  <c:v>1E-3</c:v>
                </c:pt>
                <c:pt idx="154">
                  <c:v>1E-3</c:v>
                </c:pt>
                <c:pt idx="155">
                  <c:v>1E-3</c:v>
                </c:pt>
                <c:pt idx="156">
                  <c:v>1E-3</c:v>
                </c:pt>
                <c:pt idx="157">
                  <c:v>1E-3</c:v>
                </c:pt>
                <c:pt idx="158">
                  <c:v>1E-3</c:v>
                </c:pt>
                <c:pt idx="159">
                  <c:v>1E-3</c:v>
                </c:pt>
                <c:pt idx="160">
                  <c:v>1E-3</c:v>
                </c:pt>
                <c:pt idx="161">
                  <c:v>1E-3</c:v>
                </c:pt>
                <c:pt idx="162">
                  <c:v>1E-3</c:v>
                </c:pt>
                <c:pt idx="163">
                  <c:v>1E-3</c:v>
                </c:pt>
                <c:pt idx="164">
                  <c:v>1E-3</c:v>
                </c:pt>
                <c:pt idx="165">
                  <c:v>1E-3</c:v>
                </c:pt>
                <c:pt idx="166">
                  <c:v>1E-3</c:v>
                </c:pt>
                <c:pt idx="167">
                  <c:v>1E-3</c:v>
                </c:pt>
                <c:pt idx="168">
                  <c:v>1E-3</c:v>
                </c:pt>
                <c:pt idx="169">
                  <c:v>1E-3</c:v>
                </c:pt>
                <c:pt idx="170">
                  <c:v>1E-3</c:v>
                </c:pt>
                <c:pt idx="171">
                  <c:v>1E-3</c:v>
                </c:pt>
                <c:pt idx="172">
                  <c:v>1E-3</c:v>
                </c:pt>
                <c:pt idx="173">
                  <c:v>1E-3</c:v>
                </c:pt>
                <c:pt idx="174">
                  <c:v>1E-3</c:v>
                </c:pt>
                <c:pt idx="175">
                  <c:v>1E-3</c:v>
                </c:pt>
                <c:pt idx="176">
                  <c:v>1E-3</c:v>
                </c:pt>
                <c:pt idx="177">
                  <c:v>1E-3</c:v>
                </c:pt>
                <c:pt idx="178">
                  <c:v>1E-3</c:v>
                </c:pt>
                <c:pt idx="179">
                  <c:v>1E-3</c:v>
                </c:pt>
                <c:pt idx="180">
                  <c:v>1E-3</c:v>
                </c:pt>
                <c:pt idx="181">
                  <c:v>1E-3</c:v>
                </c:pt>
                <c:pt idx="182">
                  <c:v>1E-3</c:v>
                </c:pt>
                <c:pt idx="183">
                  <c:v>1E-3</c:v>
                </c:pt>
                <c:pt idx="184">
                  <c:v>1E-3</c:v>
                </c:pt>
                <c:pt idx="185">
                  <c:v>1E-3</c:v>
                </c:pt>
                <c:pt idx="186">
                  <c:v>1E-3</c:v>
                </c:pt>
                <c:pt idx="187">
                  <c:v>1E-3</c:v>
                </c:pt>
                <c:pt idx="188">
                  <c:v>1E-3</c:v>
                </c:pt>
                <c:pt idx="189">
                  <c:v>1E-3</c:v>
                </c:pt>
                <c:pt idx="190">
                  <c:v>1E-3</c:v>
                </c:pt>
                <c:pt idx="191">
                  <c:v>1E-3</c:v>
                </c:pt>
                <c:pt idx="192">
                  <c:v>1E-3</c:v>
                </c:pt>
                <c:pt idx="193">
                  <c:v>1E-3</c:v>
                </c:pt>
                <c:pt idx="194">
                  <c:v>1E-3</c:v>
                </c:pt>
                <c:pt idx="195">
                  <c:v>1E-3</c:v>
                </c:pt>
                <c:pt idx="196">
                  <c:v>1E-3</c:v>
                </c:pt>
                <c:pt idx="197">
                  <c:v>1E-3</c:v>
                </c:pt>
                <c:pt idx="198">
                  <c:v>1E-3</c:v>
                </c:pt>
                <c:pt idx="199">
                  <c:v>1E-3</c:v>
                </c:pt>
                <c:pt idx="200">
                  <c:v>1E-3</c:v>
                </c:pt>
                <c:pt idx="201">
                  <c:v>1E-3</c:v>
                </c:pt>
                <c:pt idx="202">
                  <c:v>1E-3</c:v>
                </c:pt>
                <c:pt idx="203">
                  <c:v>1E-3</c:v>
                </c:pt>
                <c:pt idx="204">
                  <c:v>1E-3</c:v>
                </c:pt>
                <c:pt idx="205">
                  <c:v>1E-3</c:v>
                </c:pt>
                <c:pt idx="206">
                  <c:v>1E-3</c:v>
                </c:pt>
                <c:pt idx="207">
                  <c:v>1E-3</c:v>
                </c:pt>
                <c:pt idx="208">
                  <c:v>1E-3</c:v>
                </c:pt>
                <c:pt idx="209">
                  <c:v>1E-3</c:v>
                </c:pt>
                <c:pt idx="210">
                  <c:v>1E-3</c:v>
                </c:pt>
                <c:pt idx="211">
                  <c:v>1E-3</c:v>
                </c:pt>
                <c:pt idx="212">
                  <c:v>1E-3</c:v>
                </c:pt>
                <c:pt idx="213">
                  <c:v>1E-3</c:v>
                </c:pt>
                <c:pt idx="214">
                  <c:v>1E-3</c:v>
                </c:pt>
                <c:pt idx="215">
                  <c:v>1E-3</c:v>
                </c:pt>
                <c:pt idx="216">
                  <c:v>1E-3</c:v>
                </c:pt>
                <c:pt idx="217">
                  <c:v>1E-3</c:v>
                </c:pt>
                <c:pt idx="218">
                  <c:v>1E-3</c:v>
                </c:pt>
                <c:pt idx="219">
                  <c:v>1E-3</c:v>
                </c:pt>
                <c:pt idx="220">
                  <c:v>1E-3</c:v>
                </c:pt>
                <c:pt idx="221">
                  <c:v>1E-3</c:v>
                </c:pt>
                <c:pt idx="222">
                  <c:v>1E-3</c:v>
                </c:pt>
                <c:pt idx="223">
                  <c:v>1E-3</c:v>
                </c:pt>
                <c:pt idx="224">
                  <c:v>1E-3</c:v>
                </c:pt>
                <c:pt idx="225">
                  <c:v>1E-3</c:v>
                </c:pt>
                <c:pt idx="226">
                  <c:v>1E-3</c:v>
                </c:pt>
                <c:pt idx="227">
                  <c:v>1E-3</c:v>
                </c:pt>
                <c:pt idx="228">
                  <c:v>1E-3</c:v>
                </c:pt>
                <c:pt idx="229">
                  <c:v>1E-3</c:v>
                </c:pt>
                <c:pt idx="230">
                  <c:v>1E-3</c:v>
                </c:pt>
                <c:pt idx="231">
                  <c:v>1E-3</c:v>
                </c:pt>
                <c:pt idx="232">
                  <c:v>1E-3</c:v>
                </c:pt>
                <c:pt idx="233">
                  <c:v>1E-3</c:v>
                </c:pt>
                <c:pt idx="234">
                  <c:v>1E-3</c:v>
                </c:pt>
                <c:pt idx="235">
                  <c:v>1E-3</c:v>
                </c:pt>
                <c:pt idx="236">
                  <c:v>1E-3</c:v>
                </c:pt>
                <c:pt idx="237">
                  <c:v>1E-3</c:v>
                </c:pt>
                <c:pt idx="238">
                  <c:v>1E-3</c:v>
                </c:pt>
                <c:pt idx="239">
                  <c:v>1E-3</c:v>
                </c:pt>
                <c:pt idx="240">
                  <c:v>1E-3</c:v>
                </c:pt>
                <c:pt idx="241">
                  <c:v>1E-3</c:v>
                </c:pt>
                <c:pt idx="242">
                  <c:v>1E-3</c:v>
                </c:pt>
                <c:pt idx="243">
                  <c:v>1E-3</c:v>
                </c:pt>
                <c:pt idx="244">
                  <c:v>1E-3</c:v>
                </c:pt>
                <c:pt idx="245">
                  <c:v>1E-3</c:v>
                </c:pt>
                <c:pt idx="246">
                  <c:v>1E-3</c:v>
                </c:pt>
                <c:pt idx="247">
                  <c:v>1E-3</c:v>
                </c:pt>
                <c:pt idx="248">
                  <c:v>1E-3</c:v>
                </c:pt>
                <c:pt idx="249">
                  <c:v>1E-3</c:v>
                </c:pt>
                <c:pt idx="250">
                  <c:v>1E-3</c:v>
                </c:pt>
                <c:pt idx="251">
                  <c:v>1E-3</c:v>
                </c:pt>
                <c:pt idx="252">
                  <c:v>1E-3</c:v>
                </c:pt>
                <c:pt idx="253">
                  <c:v>1E-3</c:v>
                </c:pt>
                <c:pt idx="254">
                  <c:v>1E-3</c:v>
                </c:pt>
                <c:pt idx="255">
                  <c:v>1E-3</c:v>
                </c:pt>
                <c:pt idx="256">
                  <c:v>1E-3</c:v>
                </c:pt>
                <c:pt idx="257">
                  <c:v>1E-3</c:v>
                </c:pt>
                <c:pt idx="258">
                  <c:v>1E-3</c:v>
                </c:pt>
                <c:pt idx="259">
                  <c:v>1E-3</c:v>
                </c:pt>
                <c:pt idx="260">
                  <c:v>1E-3</c:v>
                </c:pt>
                <c:pt idx="261">
                  <c:v>1E-3</c:v>
                </c:pt>
                <c:pt idx="262">
                  <c:v>1E-3</c:v>
                </c:pt>
                <c:pt idx="263">
                  <c:v>1E-3</c:v>
                </c:pt>
                <c:pt idx="264">
                  <c:v>1E-3</c:v>
                </c:pt>
                <c:pt idx="265">
                  <c:v>1E-3</c:v>
                </c:pt>
                <c:pt idx="266">
                  <c:v>1E-3</c:v>
                </c:pt>
                <c:pt idx="267">
                  <c:v>1E-3</c:v>
                </c:pt>
                <c:pt idx="268">
                  <c:v>1E-3</c:v>
                </c:pt>
                <c:pt idx="269">
                  <c:v>1E-3</c:v>
                </c:pt>
                <c:pt idx="270">
                  <c:v>1E-3</c:v>
                </c:pt>
                <c:pt idx="271">
                  <c:v>1E-3</c:v>
                </c:pt>
                <c:pt idx="272">
                  <c:v>1E-3</c:v>
                </c:pt>
                <c:pt idx="273">
                  <c:v>1E-3</c:v>
                </c:pt>
                <c:pt idx="274">
                  <c:v>1E-3</c:v>
                </c:pt>
                <c:pt idx="275">
                  <c:v>1E-3</c:v>
                </c:pt>
                <c:pt idx="276">
                  <c:v>1E-3</c:v>
                </c:pt>
                <c:pt idx="277">
                  <c:v>1E-3</c:v>
                </c:pt>
                <c:pt idx="278">
                  <c:v>1E-3</c:v>
                </c:pt>
                <c:pt idx="279">
                  <c:v>1E-3</c:v>
                </c:pt>
                <c:pt idx="280">
                  <c:v>1E-3</c:v>
                </c:pt>
                <c:pt idx="281">
                  <c:v>1E-3</c:v>
                </c:pt>
                <c:pt idx="282">
                  <c:v>1E-3</c:v>
                </c:pt>
                <c:pt idx="283">
                  <c:v>1E-3</c:v>
                </c:pt>
                <c:pt idx="284">
                  <c:v>1E-3</c:v>
                </c:pt>
                <c:pt idx="285">
                  <c:v>1E-3</c:v>
                </c:pt>
                <c:pt idx="286">
                  <c:v>1E-3</c:v>
                </c:pt>
                <c:pt idx="287">
                  <c:v>1E-3</c:v>
                </c:pt>
                <c:pt idx="288">
                  <c:v>1E-3</c:v>
                </c:pt>
                <c:pt idx="289">
                  <c:v>1E-3</c:v>
                </c:pt>
                <c:pt idx="290">
                  <c:v>1E-3</c:v>
                </c:pt>
                <c:pt idx="291">
                  <c:v>1E-3</c:v>
                </c:pt>
                <c:pt idx="292">
                  <c:v>1E-3</c:v>
                </c:pt>
                <c:pt idx="293">
                  <c:v>1E-3</c:v>
                </c:pt>
                <c:pt idx="294">
                  <c:v>1E-3</c:v>
                </c:pt>
                <c:pt idx="295">
                  <c:v>1E-3</c:v>
                </c:pt>
                <c:pt idx="296">
                  <c:v>1E-3</c:v>
                </c:pt>
                <c:pt idx="297">
                  <c:v>1E-3</c:v>
                </c:pt>
                <c:pt idx="298">
                  <c:v>1E-3</c:v>
                </c:pt>
                <c:pt idx="299">
                  <c:v>1E-3</c:v>
                </c:pt>
                <c:pt idx="300">
                  <c:v>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BE8-41C4-807E-8AFE3BAD7D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57734800"/>
        <c:axId val="757731440"/>
      </c:scatterChart>
      <c:valAx>
        <c:axId val="757734800"/>
        <c:scaling>
          <c:orientation val="minMax"/>
          <c:max val="3200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57731440"/>
        <c:crosses val="autoZero"/>
        <c:crossBetween val="midCat"/>
      </c:valAx>
      <c:valAx>
        <c:axId val="757731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5773480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AA6FEF-71B1-BFE9-5A43-3CDC22275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572CF19-71BE-72E7-3FD1-A402D0BFD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7C683D-E7C0-070A-2944-2DB15A5E0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483D-77F3-495A-AF67-A39C06F93C9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D26B27-01C8-599D-F346-E41987694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D95625-8A0E-16FE-AE6B-26B4672A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50E1-A8F0-438B-AE26-650A5C1EB8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0806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68D989-CCA2-16A4-B5E0-586E0025A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C57824-BF88-5839-F879-5A54D2243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1370AC-96A8-78F4-3FAF-869791984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483D-77F3-495A-AF67-A39C06F93C9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C5063F-82F1-CAEB-CDF5-E272662D2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16A63C-C86E-DF47-EE7E-734C468C0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50E1-A8F0-438B-AE26-650A5C1EB8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7435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79323D-DB5E-D3BA-21A6-2BF69D93A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13CC0B5-98B3-61ED-4E89-1A7D893AA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0D0FAE-5378-3653-97F8-B5D98AFBE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483D-77F3-495A-AF67-A39C06F93C9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83AF96-29B0-E86A-E09D-EE29C41B6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642BCB-6A45-E394-CC43-7F1A686CC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50E1-A8F0-438B-AE26-650A5C1EB8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0699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4A7D9C-6EF9-383F-95FB-6A7DED194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569C36-1FB8-5633-33BB-7574847560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62B0B2E-3F60-EC19-5E26-DB8C8358D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4DFA42E-2BDB-C1ED-B1C5-F8E8F0EE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483D-77F3-495A-AF67-A39C06F93C9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C3F68EC-A8DC-09F5-B695-43042ABAD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FB6326-979A-2C74-2F16-0F68CE83B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50E1-A8F0-438B-AE26-650A5C1EB8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6218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02C79B-2FC6-B4B6-2FF8-9FB932C64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DB075E-32DD-4E33-74D3-1214641D5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0F0129F-EBB0-609F-6E25-900D77EAF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8F74D02-E408-D89F-B538-3AD53D975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3B65EF3-2407-B843-3907-ADFDBF81AB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047AB0E-F25E-298A-A19D-6B064165C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483D-77F3-495A-AF67-A39C06F93C9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E57A600-8260-7921-356F-0CD1A8C62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F830F09-0273-2C5A-EE37-C56ADF057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50E1-A8F0-438B-AE26-650A5C1EB8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6283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745BD9-4A21-C0DB-7F8A-98692296E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173ADF-89E2-7D85-831B-C071A8CD0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483D-77F3-495A-AF67-A39C06F93C9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C34E918-C0CA-641C-B10A-FECC6F760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381ED8C-68C2-F76A-53B9-FEC85BED1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50E1-A8F0-438B-AE26-650A5C1EB8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0787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2AF5FFB-9C92-5E48-577C-36B581EDD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483D-77F3-495A-AF67-A39C06F93C9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9941E6C-60F8-B179-2D8D-DB4483D5D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1692D1-CF3F-4F42-EE40-FFEB94BA0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50E1-A8F0-438B-AE26-650A5C1EB8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3724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F0C0B8-1142-CAD4-A7EB-2C4D6DC15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CE49FD-B1DD-6017-838E-8F435C386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0FCC49A-A5F3-CC40-8D70-20C872301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7D3524-46AD-1E60-FD89-0FFE9682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483D-77F3-495A-AF67-A39C06F93C9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66D8C90-FC4F-77B9-9752-D6C22AEC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E31AC2-FA89-3762-FCCD-36414238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50E1-A8F0-438B-AE26-650A5C1EB8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7538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90FC69-C057-E4EC-E9E4-09F3B1C9B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E2BCC2A-AD6D-C859-34F5-370DDB97BF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6C5819E-7463-4E1F-6B9C-8D50A109B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A24A3D5-73C4-3B92-6ADA-52B810F76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483D-77F3-495A-AF67-A39C06F93C9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D3AF05B-78B1-5717-6AEA-39B1A024E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CB6FA6-006F-7464-E492-5E3E5A3DB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50E1-A8F0-438B-AE26-650A5C1EB8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9399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E71956-ED1E-0F88-4C11-3CC3A19F2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C6D40C9-DB79-1880-F132-366EA4773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FA1FBE-E13D-2C9B-A6CB-9B417717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483D-77F3-495A-AF67-A39C06F93C9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103A45-B317-84AA-2562-53DF67F9B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715F8C-EA3A-6EE1-A653-F3104E957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50E1-A8F0-438B-AE26-650A5C1EB8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2772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85F8AD3-B629-2002-499C-15841A64F7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1090761-3C44-E937-0577-DD157306E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AE6216-659D-5825-A40A-4665754C5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483D-77F3-495A-AF67-A39C06F93C9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F5987B-ACBD-311E-DC22-F0F31EA4A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71B516-CDD2-0823-BFAD-2C502E1E4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50E1-A8F0-438B-AE26-650A5C1EB8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1430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1971A96-20C8-E915-2F70-D327465AF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36E9718-A7C4-358D-DC7F-189E4184E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46FC2B-8AA0-0C7E-F8FA-226B9F7911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C483D-77F3-495A-AF67-A39C06F93C9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5320B6-AB0C-6B5B-FCB0-022FBCFB9E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AC1F3D-127A-1C30-0477-FB96ED6B9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450E1-A8F0-438B-AE26-650A5C1EB8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8001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4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473F948-176A-24EF-CF1F-AEDF4E770FBC}"/>
              </a:ext>
            </a:extLst>
          </p:cNvPr>
          <p:cNvSpPr txBox="1"/>
          <p:nvPr/>
        </p:nvSpPr>
        <p:spPr>
          <a:xfrm>
            <a:off x="537881" y="293390"/>
            <a:ext cx="5417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/>
              <a:t>Binomial</a:t>
            </a:r>
            <a:r>
              <a:rPr kumimoji="1" lang="ja-JP" altLang="en-US" sz="2800" b="1" dirty="0"/>
              <a:t>の新しい反応定義式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2BCB331-3C53-9501-4B4D-E5EBA71631B3}"/>
              </a:ext>
            </a:extLst>
          </p:cNvPr>
          <p:cNvSpPr txBox="1"/>
          <p:nvPr/>
        </p:nvSpPr>
        <p:spPr>
          <a:xfrm>
            <a:off x="858166" y="1178450"/>
            <a:ext cx="7168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今までの定義式、</a:t>
            </a:r>
            <a:r>
              <a:rPr kumimoji="1" lang="en-US" altLang="ja-JP" dirty="0"/>
              <a:t>”</a:t>
            </a:r>
            <a:r>
              <a:rPr kumimoji="1" lang="en-US" altLang="ja-JP" dirty="0" err="1"/>
              <a:t>rl</a:t>
            </a:r>
            <a:r>
              <a:rPr lang="en-US" altLang="ja-JP" dirty="0" err="1"/>
              <a:t>_m</a:t>
            </a:r>
            <a:r>
              <a:rPr kumimoji="1" lang="en-US" altLang="ja-JP" dirty="0"/>
              <a:t>”</a:t>
            </a:r>
            <a:r>
              <a:rPr lang="ja-JP" altLang="en-US" dirty="0"/>
              <a:t>系</a:t>
            </a:r>
            <a:r>
              <a:rPr lang="en-US" altLang="ja-JP" dirty="0"/>
              <a:t>(</a:t>
            </a:r>
            <a:r>
              <a:rPr lang="en-US" altLang="ja-JP" dirty="0" err="1"/>
              <a:t>l,m</a:t>
            </a:r>
            <a:r>
              <a:rPr lang="ja-JP" altLang="en-US" dirty="0"/>
              <a:t>は</a:t>
            </a:r>
            <a:r>
              <a:rPr lang="en-US" altLang="ja-JP" dirty="0"/>
              <a:t>1,2,3</a:t>
            </a:r>
            <a:r>
              <a:rPr lang="ja-JP" altLang="en-US" dirty="0"/>
              <a:t>などの数字</a:t>
            </a:r>
            <a:r>
              <a:rPr lang="en-US" altLang="ja-JP" dirty="0"/>
              <a:t>)</a:t>
            </a:r>
            <a:r>
              <a:rPr kumimoji="1" lang="ja-JP" altLang="en-US" dirty="0"/>
              <a:t>と</a:t>
            </a:r>
            <a:r>
              <a:rPr kumimoji="1" lang="en-US" altLang="ja-JP" dirty="0"/>
              <a:t>”</a:t>
            </a:r>
            <a:r>
              <a:rPr kumimoji="1" lang="en-US" altLang="ja-JP" dirty="0" err="1"/>
              <a:t>rM</a:t>
            </a:r>
            <a:r>
              <a:rPr kumimoji="1" lang="en-US" altLang="ja-JP" dirty="0"/>
              <a:t>”</a:t>
            </a:r>
            <a:r>
              <a:rPr kumimoji="1" lang="ja-JP" altLang="en-US" dirty="0"/>
              <a:t>に</a:t>
            </a:r>
            <a:r>
              <a:rPr lang="ja-JP" altLang="en-US" dirty="0"/>
              <a:t>加えて、次の３つの定義式を加えた。ここで、𝑘</a:t>
            </a:r>
            <a:r>
              <a:rPr lang="en-US" altLang="ja-JP" dirty="0"/>
              <a:t> </a:t>
            </a:r>
            <a:r>
              <a:rPr lang="ja-JP" altLang="en-US" dirty="0"/>
              <a:t>は速度定数。</a:t>
            </a:r>
            <a:endParaRPr kumimoji="1" lang="ja-JP" altLang="en-US" i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22C29AA-19E6-E77D-6A37-32846C5F46E7}"/>
              </a:ext>
            </a:extLst>
          </p:cNvPr>
          <p:cNvSpPr txBox="1"/>
          <p:nvPr/>
        </p:nvSpPr>
        <p:spPr>
          <a:xfrm>
            <a:off x="858166" y="2089070"/>
            <a:ext cx="101953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en-US" altLang="ja-JP" sz="2400" b="1" dirty="0" err="1"/>
              <a:t>rC</a:t>
            </a:r>
            <a:r>
              <a:rPr kumimoji="1" lang="ja-JP" altLang="en-US" sz="2400" b="1" dirty="0"/>
              <a:t>：時間に対して 区分線形 に 𝑘</a:t>
            </a:r>
            <a:r>
              <a:rPr kumimoji="1" lang="en-US" altLang="ja-JP" sz="2400" b="1" dirty="0"/>
              <a:t> </a:t>
            </a:r>
            <a:r>
              <a:rPr kumimoji="1" lang="ja-JP" altLang="en-US" sz="2400" b="1" dirty="0"/>
              <a:t>を変える。</a:t>
            </a:r>
            <a:endParaRPr kumimoji="1" lang="en-US" altLang="ja-JP" sz="2400" b="1" dirty="0"/>
          </a:p>
          <a:p>
            <a:pPr marL="342900" indent="-342900">
              <a:buFont typeface="+mj-lt"/>
              <a:buAutoNum type="arabicPeriod"/>
            </a:pPr>
            <a:endParaRPr lang="en-US" altLang="ja-JP" sz="2400" b="1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ja-JP" sz="2400" b="1" dirty="0" err="1"/>
              <a:t>rA</a:t>
            </a:r>
            <a:r>
              <a:rPr kumimoji="1" lang="ja-JP" altLang="en-US" sz="2400" b="1" dirty="0"/>
              <a:t>：時間に対して、</a:t>
            </a:r>
            <a:r>
              <a:rPr kumimoji="1" lang="en-US" altLang="ja-JP" sz="2400" b="1" dirty="0"/>
              <a:t>Arrhenius </a:t>
            </a:r>
            <a:r>
              <a:rPr kumimoji="1" lang="ja-JP" altLang="en-US" sz="2400" b="1" dirty="0"/>
              <a:t>型𝑘</a:t>
            </a:r>
            <a:r>
              <a:rPr kumimoji="1" lang="en-US" altLang="ja-JP" sz="2400" b="1" dirty="0"/>
              <a:t>=</a:t>
            </a:r>
            <a:r>
              <a:rPr kumimoji="1" lang="ja-JP" altLang="en-US" sz="2400" b="1" dirty="0"/>
              <a:t>𝐴</a:t>
            </a:r>
            <a:r>
              <a:rPr kumimoji="1" lang="en-US" altLang="ja-JP" sz="2400" b="1" dirty="0"/>
              <a:t>exp⁡(−</a:t>
            </a:r>
            <a:r>
              <a:rPr kumimoji="1" lang="ja-JP" altLang="en-US" sz="2400" b="1" dirty="0"/>
              <a:t>𝐸</a:t>
            </a:r>
            <a:r>
              <a:rPr kumimoji="1" lang="en-US" altLang="ja-JP" sz="2400" b="1" dirty="0"/>
              <a:t>/</a:t>
            </a:r>
            <a:r>
              <a:rPr kumimoji="1" lang="ja-JP" altLang="en-US" sz="2400" b="1" dirty="0"/>
              <a:t>𝑇</a:t>
            </a:r>
            <a:r>
              <a:rPr kumimoji="1" lang="en-US" altLang="ja-JP" sz="2400" b="1" dirty="0"/>
              <a:t>) </a:t>
            </a:r>
            <a:r>
              <a:rPr kumimoji="1" lang="ja-JP" altLang="en-US" sz="2400" b="1" dirty="0"/>
              <a:t>を使って 𝑘</a:t>
            </a:r>
            <a:r>
              <a:rPr kumimoji="1" lang="en-US" altLang="ja-JP" sz="2400" b="1" dirty="0"/>
              <a:t> </a:t>
            </a:r>
            <a:r>
              <a:rPr kumimoji="1" lang="ja-JP" altLang="en-US" sz="2400" b="1" dirty="0"/>
              <a:t>を変える。</a:t>
            </a:r>
            <a:endParaRPr kumimoji="1" lang="en-US" altLang="ja-JP" sz="2400" b="1" dirty="0"/>
          </a:p>
          <a:p>
            <a:pPr marL="342900" indent="-342900">
              <a:buFont typeface="+mj-lt"/>
              <a:buAutoNum type="arabicPeriod"/>
            </a:pPr>
            <a:endParaRPr lang="en-US" altLang="ja-JP" sz="2400" b="1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ja-JP" sz="2400" b="1" dirty="0" err="1"/>
              <a:t>rT</a:t>
            </a:r>
            <a:r>
              <a:rPr kumimoji="1" lang="ja-JP" altLang="en-US" sz="2400" b="1" dirty="0"/>
              <a:t>：その時点の熱要素 </a:t>
            </a:r>
            <a:r>
              <a:rPr kumimoji="1" lang="en-US" altLang="ja-JP" sz="2400" b="1" dirty="0" err="1"/>
              <a:t>CALORIC.temp</a:t>
            </a:r>
            <a:r>
              <a:rPr kumimoji="1" lang="en-US" altLang="ja-JP" sz="2400" b="1" dirty="0"/>
              <a:t> </a:t>
            </a:r>
            <a:r>
              <a:rPr kumimoji="1" lang="ja-JP" altLang="en-US" sz="2400" b="1" dirty="0"/>
              <a:t>を参照して、温度</a:t>
            </a:r>
            <a:r>
              <a:rPr kumimoji="1" lang="en-US" altLang="ja-JP" sz="2400" b="1" dirty="0"/>
              <a:t>T</a:t>
            </a:r>
            <a:r>
              <a:rPr kumimoji="1" lang="ja-JP" altLang="en-US" sz="2400" b="1" dirty="0"/>
              <a:t>を決定し、</a:t>
            </a:r>
            <a:endParaRPr kumimoji="1" lang="en-US" altLang="ja-JP" sz="2400" b="1" dirty="0"/>
          </a:p>
          <a:p>
            <a:r>
              <a:rPr lang="ja-JP" altLang="en-US" sz="2400" b="1" dirty="0"/>
              <a:t>　　　</a:t>
            </a:r>
            <a:r>
              <a:rPr kumimoji="1" lang="ja-JP" altLang="en-US" sz="2400" b="1" dirty="0"/>
              <a:t>反応実行時に動的に𝑘</a:t>
            </a:r>
            <a:r>
              <a:rPr kumimoji="1" lang="en-US" altLang="ja-JP" sz="2400" b="1" dirty="0"/>
              <a:t>=</a:t>
            </a:r>
            <a:r>
              <a:rPr kumimoji="1" lang="ja-JP" altLang="en-US" sz="2400" b="1" dirty="0"/>
              <a:t>𝐴</a:t>
            </a:r>
            <a:r>
              <a:rPr kumimoji="1" lang="en-US" altLang="ja-JP" sz="2400" b="1" dirty="0"/>
              <a:t>exp⁡(−</a:t>
            </a:r>
            <a:r>
              <a:rPr kumimoji="1" lang="ja-JP" altLang="en-US" sz="2400" b="1" dirty="0"/>
              <a:t>𝐸</a:t>
            </a:r>
            <a:r>
              <a:rPr kumimoji="1" lang="en-US" altLang="ja-JP" sz="2400" b="1" dirty="0"/>
              <a:t>/</a:t>
            </a:r>
            <a:r>
              <a:rPr kumimoji="1" lang="ja-JP" altLang="en-US" sz="2400" b="1" dirty="0"/>
              <a:t>𝑇</a:t>
            </a:r>
            <a:r>
              <a:rPr kumimoji="1" lang="en-US" altLang="ja-JP" sz="2400" b="1" dirty="0"/>
              <a:t>) </a:t>
            </a:r>
            <a:r>
              <a:rPr kumimoji="1" lang="ja-JP" altLang="en-US" sz="2400" b="1" dirty="0"/>
              <a:t>を計算する。</a:t>
            </a:r>
            <a:endParaRPr kumimoji="1" lang="en-US" altLang="ja-JP" sz="2400" b="1" dirty="0"/>
          </a:p>
          <a:p>
            <a:r>
              <a:rPr lang="ja-JP" altLang="en-US" sz="2400" b="1" dirty="0"/>
              <a:t>　　　</a:t>
            </a:r>
            <a:r>
              <a:rPr kumimoji="1" lang="ja-JP" altLang="en-US" sz="2400" b="1" dirty="0"/>
              <a:t>この時、</a:t>
            </a:r>
            <a:r>
              <a:rPr kumimoji="1" lang="en-US" altLang="ja-JP" sz="2400" b="1" dirty="0"/>
              <a:t>A</a:t>
            </a:r>
            <a:r>
              <a:rPr kumimoji="1" lang="ja-JP" altLang="en-US" sz="2400" b="1" dirty="0"/>
              <a:t>と</a:t>
            </a:r>
            <a:r>
              <a:rPr kumimoji="1" lang="en-US" altLang="ja-JP" sz="2400" b="1" dirty="0"/>
              <a:t>E</a:t>
            </a:r>
            <a:r>
              <a:rPr kumimoji="1" lang="ja-JP" altLang="en-US" sz="2400" b="1" dirty="0"/>
              <a:t>は定数。</a:t>
            </a:r>
          </a:p>
        </p:txBody>
      </p:sp>
    </p:spTree>
    <p:extLst>
      <p:ext uri="{BB962C8B-B14F-4D97-AF65-F5344CB8AC3E}">
        <p14:creationId xmlns:p14="http://schemas.microsoft.com/office/powerpoint/2010/main" val="494231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3222F46-7BAB-7AD6-50EA-08D1EB73A0D4}"/>
              </a:ext>
            </a:extLst>
          </p:cNvPr>
          <p:cNvSpPr txBox="1"/>
          <p:nvPr/>
        </p:nvSpPr>
        <p:spPr>
          <a:xfrm>
            <a:off x="7657537" y="5513427"/>
            <a:ext cx="2409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inp_bind_001_k_change_11.txt</a:t>
            </a:r>
            <a:endParaRPr kumimoji="1" lang="ja-JP" altLang="en-US" sz="12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19A019-3395-FCBD-D5F2-38ABD5F45D37}"/>
              </a:ext>
            </a:extLst>
          </p:cNvPr>
          <p:cNvSpPr txBox="1"/>
          <p:nvPr/>
        </p:nvSpPr>
        <p:spPr>
          <a:xfrm>
            <a:off x="537881" y="293390"/>
            <a:ext cx="5417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速度定数が一定の場合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B99883A-AB65-5062-2F68-D09979F479F0}"/>
              </a:ext>
            </a:extLst>
          </p:cNvPr>
          <p:cNvSpPr txBox="1"/>
          <p:nvPr/>
        </p:nvSpPr>
        <p:spPr>
          <a:xfrm>
            <a:off x="1706410" y="1344239"/>
            <a:ext cx="3980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□ 速度定数：　</a:t>
            </a:r>
            <a:r>
              <a:rPr lang="en-US" altLang="ja-JP" dirty="0"/>
              <a:t>0.01</a:t>
            </a:r>
            <a:r>
              <a:rPr lang="ja-JP" altLang="en-US" dirty="0"/>
              <a:t>　で一定</a:t>
            </a:r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F7E73676-D50C-8B1A-45B0-659454F83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13" y="2064153"/>
            <a:ext cx="5486411" cy="365760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1630FE7-B96A-B68B-7A36-745B70DD2C25}"/>
              </a:ext>
            </a:extLst>
          </p:cNvPr>
          <p:cNvSpPr txBox="1"/>
          <p:nvPr/>
        </p:nvSpPr>
        <p:spPr>
          <a:xfrm>
            <a:off x="7384274" y="2365303"/>
            <a:ext cx="37566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*Time, 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 start,  end, console out, plot out, csv out,  unit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0, 30000,       10000,    30000,      100,  steps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*Element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100000, Blue, _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10000, Orange, 4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0, Green, .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*Reaction, 1000000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r2_1, 100, 1, A, 1, B, 0.01, 1, C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*Plot, log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B, C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ja-JP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0F03AE7-79E0-22B7-4957-F6ECA37C26AF}"/>
              </a:ext>
            </a:extLst>
          </p:cNvPr>
          <p:cNvSpPr txBox="1"/>
          <p:nvPr/>
        </p:nvSpPr>
        <p:spPr>
          <a:xfrm>
            <a:off x="7377516" y="1768236"/>
            <a:ext cx="2040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入力ファイル</a:t>
            </a:r>
          </a:p>
        </p:txBody>
      </p:sp>
    </p:spTree>
    <p:extLst>
      <p:ext uri="{BB962C8B-B14F-4D97-AF65-F5344CB8AC3E}">
        <p14:creationId xmlns:p14="http://schemas.microsoft.com/office/powerpoint/2010/main" val="802391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25F0D-4D75-455E-A18E-6FBB05709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7B2C9EE-B55D-8642-034F-C46EEE238EF1}"/>
              </a:ext>
            </a:extLst>
          </p:cNvPr>
          <p:cNvSpPr txBox="1"/>
          <p:nvPr/>
        </p:nvSpPr>
        <p:spPr>
          <a:xfrm>
            <a:off x="9917193" y="142865"/>
            <a:ext cx="24098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/>
              <a:t>inp_bind_001_k_change_11.txt</a:t>
            </a:r>
            <a:endParaRPr kumimoji="1" lang="ja-JP" altLang="en-US" sz="10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DEEDD38-E3BF-7E82-FC38-717EADC55D08}"/>
              </a:ext>
            </a:extLst>
          </p:cNvPr>
          <p:cNvSpPr txBox="1"/>
          <p:nvPr/>
        </p:nvSpPr>
        <p:spPr>
          <a:xfrm>
            <a:off x="498836" y="109199"/>
            <a:ext cx="5417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速度定数が変化する場合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1EA6C44-8A56-6933-B9DD-87B248867E76}"/>
              </a:ext>
            </a:extLst>
          </p:cNvPr>
          <p:cNvSpPr txBox="1"/>
          <p:nvPr/>
        </p:nvSpPr>
        <p:spPr>
          <a:xfrm>
            <a:off x="1341623" y="1173037"/>
            <a:ext cx="3980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□ 速度定数：　下段のように変化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642BD0A-0C88-F34E-0CB9-907B9CA24957}"/>
              </a:ext>
            </a:extLst>
          </p:cNvPr>
          <p:cNvSpPr txBox="1"/>
          <p:nvPr/>
        </p:nvSpPr>
        <p:spPr>
          <a:xfrm>
            <a:off x="7012119" y="465151"/>
            <a:ext cx="469959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ja-JP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ReactionRateChange</a:t>
            </a:r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1000000</a:t>
            </a:r>
            <a:endParaRPr lang="ja-JP" altLang="ja-JP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110,  1, A2, 1, B2</a:t>
            </a:r>
            <a:endParaRPr lang="ja-JP" altLang="ja-JP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0, 0.1, 1000, 273,  1e4, 0.1, 1000, 420, 2e4, 0.1, 1000, 550, 3e4, 0.1, 1000, 220                    </a:t>
            </a:r>
            <a:endParaRPr lang="ja-JP" altLang="ja-JP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1, C2</a:t>
            </a:r>
            <a:endParaRPr lang="ja-JP" altLang="ja-JP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</a:t>
            </a:r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120,  1, A3, 1, B3</a:t>
            </a:r>
            <a:endParaRPr lang="ja-JP" altLang="ja-JP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0, 0.01, 8000, 0.001                    </a:t>
            </a:r>
            <a:endParaRPr lang="ja-JP" altLang="ja-JP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1, C3</a:t>
            </a:r>
            <a:endParaRPr lang="ja-JP" altLang="ja-JP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</a:t>
            </a:r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130,  1, A4, 1, B4</a:t>
            </a:r>
            <a:endParaRPr lang="ja-JP" altLang="ja-JP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0, 0.01, 8000, 0.1 </a:t>
            </a:r>
            <a:endParaRPr lang="ja-JP" altLang="ja-JP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1, C4</a:t>
            </a:r>
            <a:endParaRPr lang="ja-JP" altLang="ja-JP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ja-JP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2CB16E-F339-8256-F290-0372803FA380}"/>
              </a:ext>
            </a:extLst>
          </p:cNvPr>
          <p:cNvSpPr txBox="1"/>
          <p:nvPr/>
        </p:nvSpPr>
        <p:spPr>
          <a:xfrm>
            <a:off x="6606169" y="109199"/>
            <a:ext cx="3825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入力ファイル（反応定義のみ）</a:t>
            </a:r>
          </a:p>
        </p:txBody>
      </p: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221B98A1-2ADF-4D94-856D-03DC94DBC2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0449823"/>
              </p:ext>
            </p:extLst>
          </p:nvPr>
        </p:nvGraphicFramePr>
        <p:xfrm>
          <a:off x="325142" y="4469597"/>
          <a:ext cx="3384375" cy="23884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グラフ 10">
            <a:extLst>
              <a:ext uri="{FF2B5EF4-FFF2-40B4-BE49-F238E27FC236}">
                <a16:creationId xmlns:a16="http://schemas.microsoft.com/office/drawing/2014/main" id="{1C909E42-C2EE-4DB5-8D68-34211DCBAD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6273579"/>
              </p:ext>
            </p:extLst>
          </p:nvPr>
        </p:nvGraphicFramePr>
        <p:xfrm>
          <a:off x="4498680" y="4469597"/>
          <a:ext cx="3384376" cy="23884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グラフ 11">
            <a:extLst>
              <a:ext uri="{FF2B5EF4-FFF2-40B4-BE49-F238E27FC236}">
                <a16:creationId xmlns:a16="http://schemas.microsoft.com/office/drawing/2014/main" id="{1594BD50-9205-4AA7-AE32-6482B968CB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9763105"/>
              </p:ext>
            </p:extLst>
          </p:nvPr>
        </p:nvGraphicFramePr>
        <p:xfrm>
          <a:off x="8327335" y="4469597"/>
          <a:ext cx="3384376" cy="2234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4" name="図 13">
            <a:extLst>
              <a:ext uri="{FF2B5EF4-FFF2-40B4-BE49-F238E27FC236}">
                <a16:creationId xmlns:a16="http://schemas.microsoft.com/office/drawing/2014/main" id="{F40E0FA7-C7F5-D042-973D-5492A50AC7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42" y="2326320"/>
            <a:ext cx="3308040" cy="2205360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CECB92FF-AE28-9463-F5BD-9F7536A5CB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556" y="2326320"/>
            <a:ext cx="3308040" cy="2205360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2929FDC5-FC74-5BA0-DC38-8ECB458D0E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875" y="2326320"/>
            <a:ext cx="3308040" cy="220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169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4413A-5571-0C49-8F84-3CEB1C5DB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31C9A46-271D-2011-61FA-F582E4902BB2}"/>
              </a:ext>
            </a:extLst>
          </p:cNvPr>
          <p:cNvSpPr txBox="1"/>
          <p:nvPr/>
        </p:nvSpPr>
        <p:spPr>
          <a:xfrm>
            <a:off x="9917193" y="142865"/>
            <a:ext cx="24098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/>
              <a:t>inp_bind_001_k_change_12.txt</a:t>
            </a:r>
            <a:endParaRPr kumimoji="1" lang="ja-JP" altLang="en-US" sz="10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2C21ECD-84E2-3E76-D8F7-402988F62625}"/>
              </a:ext>
            </a:extLst>
          </p:cNvPr>
          <p:cNvSpPr txBox="1"/>
          <p:nvPr/>
        </p:nvSpPr>
        <p:spPr>
          <a:xfrm>
            <a:off x="498836" y="109199"/>
            <a:ext cx="5417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速度定数が変化する場合 </a:t>
            </a:r>
            <a:r>
              <a:rPr kumimoji="1" lang="en-US" altLang="ja-JP" sz="2800" b="1" dirty="0"/>
              <a:t>2</a:t>
            </a:r>
            <a:endParaRPr kumimoji="1" lang="ja-JP" altLang="en-US" sz="2800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9BFB951-89B7-4A8C-7825-AC39F20B32BE}"/>
              </a:ext>
            </a:extLst>
          </p:cNvPr>
          <p:cNvSpPr txBox="1"/>
          <p:nvPr/>
        </p:nvSpPr>
        <p:spPr>
          <a:xfrm>
            <a:off x="1401258" y="1074273"/>
            <a:ext cx="3980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速度定数：　右下図のように変化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F0D36BA-97D1-31E4-D416-05CB520AED08}"/>
              </a:ext>
            </a:extLst>
          </p:cNvPr>
          <p:cNvSpPr txBox="1"/>
          <p:nvPr/>
        </p:nvSpPr>
        <p:spPr>
          <a:xfrm>
            <a:off x="7311849" y="465151"/>
            <a:ext cx="46995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ja-JP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ReactionRateChange</a:t>
            </a:r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1000000</a:t>
            </a:r>
            <a:endParaRPr lang="ja-JP" altLang="ja-JP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</a:t>
            </a:r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120,  1, A3, 1, B3</a:t>
            </a:r>
            <a:endParaRPr lang="ja-JP" altLang="ja-JP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0, 0.01, 8000, 0.001                    </a:t>
            </a:r>
            <a:endParaRPr lang="ja-JP" altLang="ja-JP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1, C3</a:t>
            </a:r>
          </a:p>
          <a:p>
            <a:endParaRPr lang="en-US" altLang="ja-JP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ja-JP" altLang="ja-JP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</a:t>
            </a:r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120,  1, A3, 1, B3</a:t>
            </a:r>
            <a:endParaRPr lang="ja-JP" altLang="ja-JP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0, </a:t>
            </a:r>
            <a:r>
              <a:rPr lang="en-US" altLang="ja-JP" sz="10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0.01</a:t>
            </a:r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8000, </a:t>
            </a:r>
            <a:r>
              <a:rPr lang="en-US" altLang="ja-JP" sz="10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0.001</a:t>
            </a:r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9999, </a:t>
            </a:r>
            <a:r>
              <a:rPr lang="en-US" altLang="ja-JP" sz="10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0.001</a:t>
            </a:r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10000, </a:t>
            </a:r>
            <a:r>
              <a:rPr lang="en-US" altLang="ja-JP" sz="10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0.01</a:t>
            </a:r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11000, </a:t>
            </a:r>
            <a:r>
              <a:rPr lang="en-US" altLang="ja-JP" sz="10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0.01</a:t>
            </a:r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11001, </a:t>
            </a:r>
            <a:r>
              <a:rPr lang="en-US" altLang="ja-JP" sz="10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0.001</a:t>
            </a:r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endParaRPr lang="ja-JP" altLang="ja-JP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1, C3</a:t>
            </a:r>
            <a:endParaRPr lang="ja-JP" altLang="ja-JP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8F64F81-2128-799F-F005-22EC06922F9E}"/>
              </a:ext>
            </a:extLst>
          </p:cNvPr>
          <p:cNvSpPr txBox="1"/>
          <p:nvPr/>
        </p:nvSpPr>
        <p:spPr>
          <a:xfrm>
            <a:off x="6660834" y="19754"/>
            <a:ext cx="3825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入力ファイル（反応定義のみ）</a:t>
            </a:r>
          </a:p>
        </p:txBody>
      </p:sp>
      <p:graphicFrame>
        <p:nvGraphicFramePr>
          <p:cNvPr id="11" name="グラフ 10">
            <a:extLst>
              <a:ext uri="{FF2B5EF4-FFF2-40B4-BE49-F238E27FC236}">
                <a16:creationId xmlns:a16="http://schemas.microsoft.com/office/drawing/2014/main" id="{6A27B588-29F2-EF3D-B2BB-810C07C366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7870920"/>
              </p:ext>
            </p:extLst>
          </p:nvPr>
        </p:nvGraphicFramePr>
        <p:xfrm>
          <a:off x="1143524" y="4718602"/>
          <a:ext cx="3220352" cy="2075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6" name="図 15">
            <a:extLst>
              <a:ext uri="{FF2B5EF4-FFF2-40B4-BE49-F238E27FC236}">
                <a16:creationId xmlns:a16="http://schemas.microsoft.com/office/drawing/2014/main" id="{CFB3FEE2-6879-B113-C29C-561B2B587A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081" y="2054640"/>
            <a:ext cx="3887861" cy="2591907"/>
          </a:xfrm>
          <a:prstGeom prst="rect">
            <a:avLst/>
          </a:prstGeom>
        </p:spPr>
      </p:pic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80B1712A-8F3B-4E2C-98CC-8A75E1E9DB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1756823"/>
              </p:ext>
            </p:extLst>
          </p:nvPr>
        </p:nvGraphicFramePr>
        <p:xfrm>
          <a:off x="5291001" y="4586434"/>
          <a:ext cx="3277588" cy="22175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矢印: 下 12">
            <a:extLst>
              <a:ext uri="{FF2B5EF4-FFF2-40B4-BE49-F238E27FC236}">
                <a16:creationId xmlns:a16="http://schemas.microsoft.com/office/drawing/2014/main" id="{56AA7300-5AB5-1DE9-2246-01414C4A7338}"/>
              </a:ext>
            </a:extLst>
          </p:cNvPr>
          <p:cNvSpPr/>
          <p:nvPr/>
        </p:nvSpPr>
        <p:spPr>
          <a:xfrm>
            <a:off x="8110330" y="1133061"/>
            <a:ext cx="173935" cy="2385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BD822C30-7FF7-AF63-F12F-E9DB3683A3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728" y="1986796"/>
            <a:ext cx="3887861" cy="2591907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2342720B-2EF4-4EC2-16B1-30C2D870B4ED}"/>
              </a:ext>
            </a:extLst>
          </p:cNvPr>
          <p:cNvCxnSpPr/>
          <p:nvPr/>
        </p:nvCxnSpPr>
        <p:spPr>
          <a:xfrm>
            <a:off x="6534978" y="3245126"/>
            <a:ext cx="0" cy="2946952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A525FF6E-7688-6A3F-6EBC-8D40DD647B37}"/>
              </a:ext>
            </a:extLst>
          </p:cNvPr>
          <p:cNvCxnSpPr/>
          <p:nvPr/>
        </p:nvCxnSpPr>
        <p:spPr>
          <a:xfrm flipH="1">
            <a:off x="6624658" y="3553239"/>
            <a:ext cx="824720" cy="39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B8B1FC1-DF9E-6795-A99C-19C91FB3DC88}"/>
              </a:ext>
            </a:extLst>
          </p:cNvPr>
          <p:cNvSpPr txBox="1"/>
          <p:nvPr/>
        </p:nvSpPr>
        <p:spPr>
          <a:xfrm>
            <a:off x="7449378" y="3429000"/>
            <a:ext cx="22810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b="1" dirty="0"/>
              <a:t>ここで、急に下がる</a:t>
            </a:r>
          </a:p>
        </p:txBody>
      </p:sp>
    </p:spTree>
    <p:extLst>
      <p:ext uri="{BB962C8B-B14F-4D97-AF65-F5344CB8AC3E}">
        <p14:creationId xmlns:p14="http://schemas.microsoft.com/office/powerpoint/2010/main" val="1901896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5921F3A-8435-96E2-4C7F-4C940F28447D}"/>
              </a:ext>
            </a:extLst>
          </p:cNvPr>
          <p:cNvSpPr txBox="1"/>
          <p:nvPr/>
        </p:nvSpPr>
        <p:spPr>
          <a:xfrm>
            <a:off x="420526" y="299428"/>
            <a:ext cx="6048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１．</a:t>
            </a:r>
            <a:r>
              <a:rPr lang="en-US" altLang="ja-JP" b="1" dirty="0" err="1"/>
              <a:t>rC</a:t>
            </a:r>
            <a:r>
              <a:rPr lang="ja-JP" altLang="en-US" b="1" dirty="0"/>
              <a:t>：時間に対して 区分線形 に 𝑘</a:t>
            </a:r>
            <a:r>
              <a:rPr lang="en-US" altLang="ja-JP" b="1" dirty="0"/>
              <a:t> </a:t>
            </a:r>
            <a:r>
              <a:rPr lang="ja-JP" altLang="en-US" b="1" dirty="0"/>
              <a:t>を変える</a:t>
            </a:r>
            <a:endParaRPr lang="en-US" altLang="ja-JP" b="1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C6BD50C-B91A-7094-3888-D467158F7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434" y="989723"/>
            <a:ext cx="8643690" cy="519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486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C8321B3-B401-F6EC-4D46-3B1B41F31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783" y="1148392"/>
            <a:ext cx="6454727" cy="4561216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7FDF149-78FE-ED2D-EBD5-735A1A4074F2}"/>
              </a:ext>
            </a:extLst>
          </p:cNvPr>
          <p:cNvSpPr txBox="1"/>
          <p:nvPr/>
        </p:nvSpPr>
        <p:spPr>
          <a:xfrm>
            <a:off x="704136" y="107576"/>
            <a:ext cx="122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つづき</a:t>
            </a:r>
          </a:p>
        </p:txBody>
      </p:sp>
    </p:spTree>
    <p:extLst>
      <p:ext uri="{BB962C8B-B14F-4D97-AF65-F5344CB8AC3E}">
        <p14:creationId xmlns:p14="http://schemas.microsoft.com/office/powerpoint/2010/main" val="3918011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791AF-71E4-21CF-CDE8-1C4C26134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2CA20A7-2349-63BE-B737-9C21516627F6}"/>
              </a:ext>
            </a:extLst>
          </p:cNvPr>
          <p:cNvSpPr txBox="1"/>
          <p:nvPr/>
        </p:nvSpPr>
        <p:spPr>
          <a:xfrm>
            <a:off x="420525" y="299428"/>
            <a:ext cx="9251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２．</a:t>
            </a:r>
            <a:r>
              <a:rPr lang="en-US" altLang="ja-JP" b="1" dirty="0" err="1"/>
              <a:t>rA</a:t>
            </a:r>
            <a:r>
              <a:rPr lang="ja-JP" altLang="en-US" b="1" dirty="0"/>
              <a:t>：時間に対して、</a:t>
            </a:r>
            <a:r>
              <a:rPr lang="en-US" altLang="ja-JP" b="1" dirty="0"/>
              <a:t>Arrhenius </a:t>
            </a:r>
            <a:r>
              <a:rPr lang="ja-JP" altLang="en-US" b="1" dirty="0"/>
              <a:t>型𝑘</a:t>
            </a:r>
            <a:r>
              <a:rPr lang="en-US" altLang="ja-JP" b="1" dirty="0"/>
              <a:t>=</a:t>
            </a:r>
            <a:r>
              <a:rPr lang="ja-JP" altLang="en-US" b="1" dirty="0"/>
              <a:t>𝐴</a:t>
            </a:r>
            <a:r>
              <a:rPr lang="en-US" altLang="ja-JP" b="1" dirty="0"/>
              <a:t>exp⁡(−</a:t>
            </a:r>
            <a:r>
              <a:rPr lang="ja-JP" altLang="en-US" b="1" dirty="0"/>
              <a:t>𝐸</a:t>
            </a:r>
            <a:r>
              <a:rPr lang="en-US" altLang="ja-JP" b="1" dirty="0"/>
              <a:t>/</a:t>
            </a:r>
            <a:r>
              <a:rPr lang="ja-JP" altLang="en-US" b="1" dirty="0"/>
              <a:t>𝑇</a:t>
            </a:r>
            <a:r>
              <a:rPr lang="en-US" altLang="ja-JP" b="1" dirty="0"/>
              <a:t>) </a:t>
            </a:r>
            <a:r>
              <a:rPr lang="ja-JP" altLang="en-US" b="1" dirty="0"/>
              <a:t>を使って 𝑘</a:t>
            </a:r>
            <a:r>
              <a:rPr lang="en-US" altLang="ja-JP" b="1" dirty="0"/>
              <a:t> </a:t>
            </a:r>
            <a:r>
              <a:rPr lang="ja-JP" altLang="en-US" b="1" dirty="0"/>
              <a:t>を変える</a:t>
            </a:r>
            <a:endParaRPr lang="en-US" altLang="ja-JP" b="1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CC93D9A-7CE6-FC50-22D7-F408DD552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336" y="966625"/>
            <a:ext cx="7724281" cy="569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736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0A589-14FF-C885-695D-FEDC4DEE8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A0131A7-D776-CA78-B9B7-AD00EF10E0A4}"/>
              </a:ext>
            </a:extLst>
          </p:cNvPr>
          <p:cNvSpPr txBox="1"/>
          <p:nvPr/>
        </p:nvSpPr>
        <p:spPr>
          <a:xfrm>
            <a:off x="704136" y="107576"/>
            <a:ext cx="122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つづき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D1CEC6F-9DFB-A081-8F6B-3D32D54CE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442" y="786296"/>
            <a:ext cx="8061002" cy="432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44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1991-6D01-D730-9DD7-055E485EE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DEF8A2F-5B04-E082-1BD4-21C0C5E6E37E}"/>
              </a:ext>
            </a:extLst>
          </p:cNvPr>
          <p:cNvSpPr txBox="1"/>
          <p:nvPr/>
        </p:nvSpPr>
        <p:spPr>
          <a:xfrm>
            <a:off x="704136" y="107576"/>
            <a:ext cx="122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つづき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5AF416C-4193-BE0A-EB0D-D898E15A1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34" y="851346"/>
            <a:ext cx="8406915" cy="493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808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650CC-B9F0-DB47-8E16-81163CEF5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021ADA45-926B-D5EC-AA0F-8574D01D2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25" y="3995526"/>
            <a:ext cx="4293711" cy="2862474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FCBB2FB-EBD7-B54E-C73A-98C855D88BAD}"/>
              </a:ext>
            </a:extLst>
          </p:cNvPr>
          <p:cNvSpPr txBox="1"/>
          <p:nvPr/>
        </p:nvSpPr>
        <p:spPr>
          <a:xfrm>
            <a:off x="10203124" y="6490653"/>
            <a:ext cx="1684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caloric_temp_013.txt</a:t>
            </a:r>
            <a:endParaRPr kumimoji="1" lang="ja-JP" altLang="en-US" sz="12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41CB658-944E-4F9A-0C31-77FD167E33F9}"/>
              </a:ext>
            </a:extLst>
          </p:cNvPr>
          <p:cNvSpPr txBox="1"/>
          <p:nvPr/>
        </p:nvSpPr>
        <p:spPr>
          <a:xfrm>
            <a:off x="125407" y="90347"/>
            <a:ext cx="11210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速度定数が、発熱反応・吸熱反応に対応して温度変化する場合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4FCD94B-71FC-CD44-7F56-1A238FF9E7BD}"/>
              </a:ext>
            </a:extLst>
          </p:cNvPr>
          <p:cNvSpPr txBox="1"/>
          <p:nvPr/>
        </p:nvSpPr>
        <p:spPr>
          <a:xfrm>
            <a:off x="1517567" y="677462"/>
            <a:ext cx="3980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□ 速度定数：　</a:t>
            </a:r>
            <a:r>
              <a:rPr lang="en-US" altLang="ja-JP" dirty="0"/>
              <a:t>0.01</a:t>
            </a:r>
            <a:r>
              <a:rPr lang="ja-JP" altLang="en-US" dirty="0"/>
              <a:t>　で一定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F34A978-0551-C167-102F-EC71ED4A4456}"/>
              </a:ext>
            </a:extLst>
          </p:cNvPr>
          <p:cNvSpPr txBox="1"/>
          <p:nvPr/>
        </p:nvSpPr>
        <p:spPr>
          <a:xfrm>
            <a:off x="7141858" y="948386"/>
            <a:ext cx="3162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入力ファイル（一部）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6AA5498-4681-BC30-DDFB-7BF370D9E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18" y="1241832"/>
            <a:ext cx="4293711" cy="2862474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3B02956-0497-C108-51B8-481238BB0184}"/>
              </a:ext>
            </a:extLst>
          </p:cNvPr>
          <p:cNvSpPr txBox="1"/>
          <p:nvPr/>
        </p:nvSpPr>
        <p:spPr>
          <a:xfrm>
            <a:off x="6534085" y="1366174"/>
            <a:ext cx="555450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ElementCaloric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CALORIC_01</a:t>
            </a: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273.15e9, red, *,    unit_1e9, 2.0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CALORIC_03</a:t>
            </a: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273.15e10, orange, *, unit_1e10, 2.0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CALORIC</a:t>
            </a: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300.465e10, gold, *,   unit_1e10, 2.0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*Reaction, 1e12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r2_2, 10, 1e8, A, 1e7, B, 1e5, 1, C, 1e10, </a:t>
            </a:r>
            <a:r>
              <a:rPr lang="en-US" altLang="ja-JP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CALORIC_01</a:t>
            </a:r>
          </a:p>
          <a:p>
            <a:endParaRPr lang="en-US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r+-=, 20, 1, </a:t>
            </a:r>
            <a:r>
              <a:rPr lang="en-US" altLang="ja-JP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CALORIC_01</a:t>
            </a: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1, </a:t>
            </a:r>
            <a:r>
              <a:rPr lang="en-US" altLang="ja-JP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CALORIC_03</a:t>
            </a: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=, 1, </a:t>
            </a:r>
            <a:r>
              <a:rPr lang="en-US" altLang="ja-JP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CALORIC</a:t>
            </a:r>
            <a:endParaRPr lang="en-US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ReactionRateChange</a:t>
            </a: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1000000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110,  1, A2, 1, B2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0, 0.1, 1000, 273,  1e3, 0.1, 1000, 320, 3e3, 0.1, 1000, 350, 1e4, 0.1, 1000, 220                 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1, C2</a:t>
            </a:r>
          </a:p>
          <a:p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</a:t>
            </a: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120,  1e2, A3, 1e1, B3, 1e9, </a:t>
            </a:r>
            <a:r>
              <a:rPr lang="en-US" altLang="ja-JP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CALORIC_03</a:t>
            </a:r>
            <a:endParaRPr lang="ja-JP" altLang="ja-JP" sz="12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0, 1e0, 1000, 1e-1, 10000, 1e1                    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1 , C3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rT</a:t>
            </a: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200, 1, A4, 1, B4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arrhenius</a:t>
            </a: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1e-5, 10, </a:t>
            </a:r>
            <a:r>
              <a:rPr lang="en-US" altLang="ja-JP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CALORIC</a:t>
            </a:r>
            <a:endParaRPr lang="ja-JP" altLang="ja-JP" sz="12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1, C4</a:t>
            </a:r>
            <a:endParaRPr lang="ja-JP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E31F272-72E0-20F7-EF71-4A77D7603FF4}"/>
              </a:ext>
            </a:extLst>
          </p:cNvPr>
          <p:cNvSpPr txBox="1"/>
          <p:nvPr/>
        </p:nvSpPr>
        <p:spPr>
          <a:xfrm>
            <a:off x="1860334" y="2434013"/>
            <a:ext cx="675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熱素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7753D5B-7F64-4A5C-16C9-7A1503630196}"/>
              </a:ext>
            </a:extLst>
          </p:cNvPr>
          <p:cNvSpPr txBox="1"/>
          <p:nvPr/>
        </p:nvSpPr>
        <p:spPr>
          <a:xfrm>
            <a:off x="5118452" y="1688930"/>
            <a:ext cx="134307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600" b="1" dirty="0">
                <a:solidFill>
                  <a:schemeClr val="accent1">
                    <a:lumMod val="75000"/>
                  </a:schemeClr>
                </a:solidFill>
              </a:rPr>
              <a:t>熱素の定義</a:t>
            </a:r>
          </a:p>
        </p:txBody>
      </p:sp>
      <p:sp>
        <p:nvSpPr>
          <p:cNvPr id="15" name="左中かっこ 14">
            <a:extLst>
              <a:ext uri="{FF2B5EF4-FFF2-40B4-BE49-F238E27FC236}">
                <a16:creationId xmlns:a16="http://schemas.microsoft.com/office/drawing/2014/main" id="{6F1ED782-6BAB-1499-8295-72320B569D5A}"/>
              </a:ext>
            </a:extLst>
          </p:cNvPr>
          <p:cNvSpPr/>
          <p:nvPr/>
        </p:nvSpPr>
        <p:spPr>
          <a:xfrm>
            <a:off x="6317875" y="1632464"/>
            <a:ext cx="207203" cy="459452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EEB4A1C-36CB-A889-58F5-2A9A73FAAE6B}"/>
              </a:ext>
            </a:extLst>
          </p:cNvPr>
          <p:cNvSpPr txBox="1"/>
          <p:nvPr/>
        </p:nvSpPr>
        <p:spPr>
          <a:xfrm>
            <a:off x="9413003" y="2334515"/>
            <a:ext cx="178357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600" b="1" dirty="0">
                <a:solidFill>
                  <a:schemeClr val="accent1">
                    <a:lumMod val="75000"/>
                  </a:schemeClr>
                </a:solidFill>
              </a:rPr>
              <a:t>発熱反応の定義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8E1FA36-3C2D-0383-B527-DD1148B61800}"/>
              </a:ext>
            </a:extLst>
          </p:cNvPr>
          <p:cNvSpPr txBox="1"/>
          <p:nvPr/>
        </p:nvSpPr>
        <p:spPr>
          <a:xfrm>
            <a:off x="4417234" y="5296487"/>
            <a:ext cx="1914888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ja-JP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CALORIC</a:t>
            </a:r>
            <a:endParaRPr lang="ja-JP" altLang="ja-JP" sz="16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kumimoji="1" lang="ja-JP" altLang="en-US" sz="1600" b="1" dirty="0">
                <a:solidFill>
                  <a:schemeClr val="accent1">
                    <a:lumMod val="75000"/>
                  </a:schemeClr>
                </a:solidFill>
              </a:rPr>
              <a:t>の持つ温度を参照する！</a:t>
            </a:r>
          </a:p>
        </p:txBody>
      </p:sp>
      <p:sp>
        <p:nvSpPr>
          <p:cNvPr id="18" name="左中かっこ 17">
            <a:extLst>
              <a:ext uri="{FF2B5EF4-FFF2-40B4-BE49-F238E27FC236}">
                <a16:creationId xmlns:a16="http://schemas.microsoft.com/office/drawing/2014/main" id="{6182D972-5D30-9F53-72A8-D68734571FAE}"/>
              </a:ext>
            </a:extLst>
          </p:cNvPr>
          <p:cNvSpPr/>
          <p:nvPr/>
        </p:nvSpPr>
        <p:spPr>
          <a:xfrm>
            <a:off x="6317874" y="5426763"/>
            <a:ext cx="207203" cy="523220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D2A32FF-140D-C955-6C3D-32D077B001A5}"/>
              </a:ext>
            </a:extLst>
          </p:cNvPr>
          <p:cNvSpPr txBox="1"/>
          <p:nvPr/>
        </p:nvSpPr>
        <p:spPr>
          <a:xfrm>
            <a:off x="9628917" y="4606271"/>
            <a:ext cx="178357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600" b="1" dirty="0">
                <a:solidFill>
                  <a:schemeClr val="accent1">
                    <a:lumMod val="75000"/>
                  </a:schemeClr>
                </a:solidFill>
              </a:rPr>
              <a:t>吸熱反応の定義</a:t>
            </a:r>
          </a:p>
        </p:txBody>
      </p:sp>
    </p:spTree>
    <p:extLst>
      <p:ext uri="{BB962C8B-B14F-4D97-AF65-F5344CB8AC3E}">
        <p14:creationId xmlns:p14="http://schemas.microsoft.com/office/powerpoint/2010/main" val="4168428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D087A-7B51-5C53-EAED-D31E1BCB5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E55EB2A-5871-7B34-6299-55112E9FEFC3}"/>
              </a:ext>
            </a:extLst>
          </p:cNvPr>
          <p:cNvSpPr txBox="1"/>
          <p:nvPr/>
        </p:nvSpPr>
        <p:spPr>
          <a:xfrm>
            <a:off x="420525" y="299428"/>
            <a:ext cx="103420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ja-JP" altLang="en-US" b="1" dirty="0"/>
              <a:t>３．</a:t>
            </a:r>
            <a:r>
              <a:rPr lang="en-US" altLang="ja-JP" b="1" dirty="0" err="1"/>
              <a:t>rT</a:t>
            </a:r>
            <a:r>
              <a:rPr lang="ja-JP" altLang="en-US" b="1" dirty="0"/>
              <a:t>：その時点の温度要素 </a:t>
            </a:r>
            <a:r>
              <a:rPr lang="en-US" altLang="ja-JP" b="1" dirty="0" err="1"/>
              <a:t>CALORIC.temp</a:t>
            </a:r>
            <a:r>
              <a:rPr lang="en-US" altLang="ja-JP" b="1" dirty="0"/>
              <a:t> </a:t>
            </a:r>
            <a:r>
              <a:rPr lang="ja-JP" altLang="en-US" b="1" dirty="0"/>
              <a:t>などを参照して、</a:t>
            </a:r>
            <a:endParaRPr lang="en-US" altLang="ja-JP" b="1" dirty="0"/>
          </a:p>
          <a:p>
            <a:r>
              <a:rPr lang="ja-JP" altLang="en-US" b="1" dirty="0"/>
              <a:t>　　　　反応実行時に動的に𝑘</a:t>
            </a:r>
            <a:r>
              <a:rPr lang="en-US" altLang="ja-JP" b="1" dirty="0"/>
              <a:t>=</a:t>
            </a:r>
            <a:r>
              <a:rPr lang="ja-JP" altLang="en-US" b="1" dirty="0"/>
              <a:t>𝐴</a:t>
            </a:r>
            <a:r>
              <a:rPr lang="en-US" altLang="ja-JP" b="1" dirty="0"/>
              <a:t>exp⁡(−</a:t>
            </a:r>
            <a:r>
              <a:rPr lang="ja-JP" altLang="en-US" b="1" dirty="0"/>
              <a:t>𝐸</a:t>
            </a:r>
            <a:r>
              <a:rPr lang="en-US" altLang="ja-JP" b="1" dirty="0"/>
              <a:t>/</a:t>
            </a:r>
            <a:r>
              <a:rPr lang="ja-JP" altLang="en-US" b="1" dirty="0"/>
              <a:t>𝑇</a:t>
            </a:r>
            <a:r>
              <a:rPr lang="en-US" altLang="ja-JP" b="1" dirty="0"/>
              <a:t>) </a:t>
            </a:r>
            <a:r>
              <a:rPr lang="ja-JP" altLang="en-US" b="1" dirty="0"/>
              <a:t>を計算する</a:t>
            </a:r>
          </a:p>
          <a:p>
            <a:endParaRPr lang="en-US" altLang="ja-JP" b="1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9A983FE-CB3B-DDD2-EBE5-2A9920C7E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925" y="1222758"/>
            <a:ext cx="7501015" cy="523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057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551AC-321C-B5F2-18AE-82928636B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A97EF4C-42EB-D5C3-7317-E8965EFFA69B}"/>
              </a:ext>
            </a:extLst>
          </p:cNvPr>
          <p:cNvSpPr txBox="1"/>
          <p:nvPr/>
        </p:nvSpPr>
        <p:spPr>
          <a:xfrm>
            <a:off x="704136" y="107576"/>
            <a:ext cx="122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つづき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9393C86-5E76-BC10-CFD5-03F0B6F74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876" y="792779"/>
            <a:ext cx="8482748" cy="559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47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1861</TotalTime>
  <Words>838</Words>
  <Application>Microsoft Office PowerPoint</Application>
  <PresentationFormat>ワイド画面</PresentationFormat>
  <Paragraphs>103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游ゴシック</vt:lpstr>
      <vt:lpstr>游ゴシック Light</vt:lpstr>
      <vt:lpstr>Arial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隆 佐藤</dc:creator>
  <cp:lastModifiedBy>佐藤隆（Takashi Sato）</cp:lastModifiedBy>
  <cp:revision>16</cp:revision>
  <dcterms:created xsi:type="dcterms:W3CDTF">2026-04-16T05:57:19Z</dcterms:created>
  <dcterms:modified xsi:type="dcterms:W3CDTF">2026-05-13T03:03:12Z</dcterms:modified>
</cp:coreProperties>
</file>